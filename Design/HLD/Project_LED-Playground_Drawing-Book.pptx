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5" r:id="rId1"/>
  </p:sldMasterIdLst>
  <p:notesMasterIdLst>
    <p:notesMasterId r:id="rId10"/>
  </p:notesMasterIdLst>
  <p:sldIdLst>
    <p:sldId id="256" r:id="rId2"/>
    <p:sldId id="265" r:id="rId3"/>
    <p:sldId id="266" r:id="rId4"/>
    <p:sldId id="294" r:id="rId5"/>
    <p:sldId id="298" r:id="rId6"/>
    <p:sldId id="299" r:id="rId7"/>
    <p:sldId id="305" r:id="rId8"/>
    <p:sldId id="261" r:id="rId9"/>
  </p:sldIdLst>
  <p:sldSz cx="9144000" cy="5715000" type="screen16x10"/>
  <p:notesSz cx="9144000" cy="6858000"/>
  <p:defaultTextStyle>
    <a:defPPr>
      <a:defRPr lang="en-US"/>
    </a:defPPr>
    <a:lvl1pPr marL="0" algn="l" defTabSz="816286" rtl="0" eaLnBrk="1" latinLnBrk="0" hangingPunct="1">
      <a:defRPr sz="1600" kern="1200">
        <a:solidFill>
          <a:schemeClr val="tx1"/>
        </a:solidFill>
        <a:latin typeface="+mn-lt"/>
        <a:ea typeface="+mn-ea"/>
        <a:cs typeface="+mn-cs"/>
      </a:defRPr>
    </a:lvl1pPr>
    <a:lvl2pPr marL="408143" algn="l" defTabSz="816286" rtl="0" eaLnBrk="1" latinLnBrk="0" hangingPunct="1">
      <a:defRPr sz="1600" kern="1200">
        <a:solidFill>
          <a:schemeClr val="tx1"/>
        </a:solidFill>
        <a:latin typeface="+mn-lt"/>
        <a:ea typeface="+mn-ea"/>
        <a:cs typeface="+mn-cs"/>
      </a:defRPr>
    </a:lvl2pPr>
    <a:lvl3pPr marL="816286" algn="l" defTabSz="816286" rtl="0" eaLnBrk="1" latinLnBrk="0" hangingPunct="1">
      <a:defRPr sz="1600" kern="1200">
        <a:solidFill>
          <a:schemeClr val="tx1"/>
        </a:solidFill>
        <a:latin typeface="+mn-lt"/>
        <a:ea typeface="+mn-ea"/>
        <a:cs typeface="+mn-cs"/>
      </a:defRPr>
    </a:lvl3pPr>
    <a:lvl4pPr marL="1224431" algn="l" defTabSz="816286" rtl="0" eaLnBrk="1" latinLnBrk="0" hangingPunct="1">
      <a:defRPr sz="1600" kern="1200">
        <a:solidFill>
          <a:schemeClr val="tx1"/>
        </a:solidFill>
        <a:latin typeface="+mn-lt"/>
        <a:ea typeface="+mn-ea"/>
        <a:cs typeface="+mn-cs"/>
      </a:defRPr>
    </a:lvl4pPr>
    <a:lvl5pPr marL="1632575" algn="l" defTabSz="816286" rtl="0" eaLnBrk="1" latinLnBrk="0" hangingPunct="1">
      <a:defRPr sz="1600" kern="1200">
        <a:solidFill>
          <a:schemeClr val="tx1"/>
        </a:solidFill>
        <a:latin typeface="+mn-lt"/>
        <a:ea typeface="+mn-ea"/>
        <a:cs typeface="+mn-cs"/>
      </a:defRPr>
    </a:lvl5pPr>
    <a:lvl6pPr marL="2040718" algn="l" defTabSz="816286" rtl="0" eaLnBrk="1" latinLnBrk="0" hangingPunct="1">
      <a:defRPr sz="1600" kern="1200">
        <a:solidFill>
          <a:schemeClr val="tx1"/>
        </a:solidFill>
        <a:latin typeface="+mn-lt"/>
        <a:ea typeface="+mn-ea"/>
        <a:cs typeface="+mn-cs"/>
      </a:defRPr>
    </a:lvl6pPr>
    <a:lvl7pPr marL="2448861" algn="l" defTabSz="816286" rtl="0" eaLnBrk="1" latinLnBrk="0" hangingPunct="1">
      <a:defRPr sz="1600" kern="1200">
        <a:solidFill>
          <a:schemeClr val="tx1"/>
        </a:solidFill>
        <a:latin typeface="+mn-lt"/>
        <a:ea typeface="+mn-ea"/>
        <a:cs typeface="+mn-cs"/>
      </a:defRPr>
    </a:lvl7pPr>
    <a:lvl8pPr marL="2857006" algn="l" defTabSz="816286" rtl="0" eaLnBrk="1" latinLnBrk="0" hangingPunct="1">
      <a:defRPr sz="1600" kern="1200">
        <a:solidFill>
          <a:schemeClr val="tx1"/>
        </a:solidFill>
        <a:latin typeface="+mn-lt"/>
        <a:ea typeface="+mn-ea"/>
        <a:cs typeface="+mn-cs"/>
      </a:defRPr>
    </a:lvl8pPr>
    <a:lvl9pPr marL="3265149" algn="l" defTabSz="816286" rtl="0" eaLnBrk="1" latinLnBrk="0" hangingPunct="1">
      <a:defRPr sz="1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9900"/>
    <a:srgbClr val="00CC00"/>
    <a:srgbClr val="66FF66"/>
    <a:srgbClr val="FF00FF"/>
    <a:srgbClr val="FFFF66"/>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37" autoAdjust="0"/>
    <p:restoredTop sz="98325" autoAdjust="0"/>
  </p:normalViewPr>
  <p:slideViewPr>
    <p:cSldViewPr>
      <p:cViewPr varScale="1">
        <p:scale>
          <a:sx n="190" d="100"/>
          <a:sy n="190" d="100"/>
        </p:scale>
        <p:origin x="1194" y="156"/>
      </p:cViewPr>
      <p:guideLst>
        <p:guide orient="horz" pos="180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80BF9A0C-5C43-49E1-BDB4-4396845E20E8}" type="datetimeFigureOut">
              <a:rPr lang="en-US" smtClean="0"/>
              <a:pPr/>
              <a:t>6/22/2026</a:t>
            </a:fld>
            <a:endParaRPr lang="en-IN"/>
          </a:p>
        </p:txBody>
      </p:sp>
      <p:sp>
        <p:nvSpPr>
          <p:cNvPr id="4" name="Slide Image Placeholder 3"/>
          <p:cNvSpPr>
            <a:spLocks noGrp="1" noRot="1" noChangeAspect="1"/>
          </p:cNvSpPr>
          <p:nvPr>
            <p:ph type="sldImg" idx="2"/>
          </p:nvPr>
        </p:nvSpPr>
        <p:spPr>
          <a:xfrm>
            <a:off x="2514600" y="514350"/>
            <a:ext cx="4114800" cy="25717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E785862A-94C9-49F5-BA07-66E17EBCCCA1}"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E785862A-94C9-49F5-BA07-66E17EBCCCA1}" type="slidenum">
              <a:rPr lang="en-IN" smtClean="0"/>
              <a:pPr/>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E785862A-94C9-49F5-BA07-66E17EBCCCA1}" type="slidenum">
              <a:rPr lang="en-IN" smtClean="0"/>
              <a:pPr/>
              <a:t>2</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9"/>
            <a:ext cx="7772400" cy="1225021"/>
          </a:xfrm>
        </p:spPr>
        <p:txBody>
          <a:bodyPr/>
          <a:lstStyle/>
          <a:p>
            <a:r>
              <a:rPr lang="en-US"/>
              <a:t>Click to edit Master title style</a:t>
            </a:r>
            <a:endParaRPr lang="en-IN" dirty="0"/>
          </a:p>
        </p:txBody>
      </p:sp>
      <p:sp>
        <p:nvSpPr>
          <p:cNvPr id="3" name="Subtitle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8C583BC-C17B-4A11-BE14-DE3C9C2B222C}" type="datetime1">
              <a:rPr lang="en-US" smtClean="0"/>
              <a:pPr/>
              <a:t>6/22/2026</a:t>
            </a:fld>
            <a:endParaRPr lang="en-US"/>
          </a:p>
        </p:txBody>
      </p:sp>
      <p:sp>
        <p:nvSpPr>
          <p:cNvPr id="5" name="Footer Placeholder 4"/>
          <p:cNvSpPr>
            <a:spLocks noGrp="1"/>
          </p:cNvSpPr>
          <p:nvPr>
            <p:ph type="ftr" sz="quarter" idx="11"/>
          </p:nvPr>
        </p:nvSpPr>
        <p:spPr/>
        <p:txBody>
          <a:bodyPr/>
          <a:lstStyle/>
          <a:p>
            <a:r>
              <a:rPr lang="en-US"/>
              <a:t>ISPACE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Top_block.png"/>
          <p:cNvPicPr>
            <a:picLocks noChangeAspect="1"/>
          </p:cNvPicPr>
          <p:nvPr/>
        </p:nvPicPr>
        <p:blipFill>
          <a:blip r:embed="rId2" cstate="print"/>
          <a:stretch>
            <a:fillRect/>
          </a:stretch>
        </p:blipFill>
        <p:spPr>
          <a:xfrm>
            <a:off x="1" y="0"/>
            <a:ext cx="9143998" cy="936345"/>
          </a:xfrm>
          <a:prstGeom prst="rect">
            <a:avLst/>
          </a:prstGeom>
        </p:spPr>
      </p:pic>
      <p:pic>
        <p:nvPicPr>
          <p:cNvPr id="9" name="Picture 8" descr="Top_block.png"/>
          <p:cNvPicPr>
            <a:picLocks noChangeAspect="1"/>
          </p:cNvPicPr>
          <p:nvPr userDrawn="1"/>
        </p:nvPicPr>
        <p:blipFill>
          <a:blip r:embed="rId2" cstate="print"/>
          <a:stretch>
            <a:fillRect/>
          </a:stretch>
        </p:blipFill>
        <p:spPr>
          <a:xfrm>
            <a:off x="1" y="0"/>
            <a:ext cx="9143998" cy="936345"/>
          </a:xfrm>
          <a:prstGeom prst="rect">
            <a:avLst/>
          </a:prstGeom>
        </p:spPr>
      </p:pic>
    </p:spTree>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Top_block.png"/>
          <p:cNvPicPr>
            <a:picLocks noChangeAspect="1"/>
          </p:cNvPicPr>
          <p:nvPr/>
        </p:nvPicPr>
        <p:blipFill>
          <a:blip r:embed="rId2" cstate="print"/>
          <a:stretch>
            <a:fillRect/>
          </a:stretch>
        </p:blipFill>
        <p:spPr>
          <a:xfrm>
            <a:off x="1" y="0"/>
            <a:ext cx="9143998" cy="936345"/>
          </a:xfrm>
          <a:prstGeom prst="rect">
            <a:avLst/>
          </a:prstGeom>
        </p:spPr>
      </p:pic>
      <p:sp>
        <p:nvSpPr>
          <p:cNvPr id="2" name="Title 1"/>
          <p:cNvSpPr>
            <a:spLocks noGrp="1"/>
          </p:cNvSpPr>
          <p:nvPr>
            <p:ph type="title"/>
          </p:nvPr>
        </p:nvSpPr>
        <p:spPr>
          <a:xfrm>
            <a:off x="928662" y="117519"/>
            <a:ext cx="7758138" cy="699809"/>
          </a:xfrm>
        </p:spPr>
        <p:txBody>
          <a:bodyPr/>
          <a:lstStyle>
            <a:lvl1pPr>
              <a:defRPr>
                <a:solidFill>
                  <a:schemeClr val="accent2">
                    <a:lumMod val="60000"/>
                    <a:lumOff val="40000"/>
                  </a:schemeClr>
                </a:solidFill>
              </a:defRPr>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62DE450-3731-4FAA-B1A4-262C0CF065F4}" type="datetime1">
              <a:rPr lang="en-US" smtClean="0"/>
              <a:pPr/>
              <a:t>6/22/2026</a:t>
            </a:fld>
            <a:endParaRPr lang="en-US"/>
          </a:p>
        </p:txBody>
      </p:sp>
      <p:sp>
        <p:nvSpPr>
          <p:cNvPr id="5" name="Footer Placeholder 4"/>
          <p:cNvSpPr>
            <a:spLocks noGrp="1"/>
          </p:cNvSpPr>
          <p:nvPr>
            <p:ph type="ftr" sz="quarter" idx="11"/>
          </p:nvPr>
        </p:nvSpPr>
        <p:spPr/>
        <p:txBody>
          <a:bodyPr/>
          <a:lstStyle/>
          <a:p>
            <a:r>
              <a:rPr lang="en-US"/>
              <a:t>ISPACE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9" name="Picture 8" descr="Top_block.png"/>
          <p:cNvPicPr>
            <a:picLocks noChangeAspect="1"/>
          </p:cNvPicPr>
          <p:nvPr userDrawn="1"/>
        </p:nvPicPr>
        <p:blipFill>
          <a:blip r:embed="rId2" cstate="print"/>
          <a:stretch>
            <a:fillRect/>
          </a:stretch>
        </p:blipFill>
        <p:spPr>
          <a:xfrm>
            <a:off x="1" y="0"/>
            <a:ext cx="9143998" cy="936345"/>
          </a:xfrm>
          <a:prstGeom prst="rect">
            <a:avLst/>
          </a:prstGeom>
        </p:spPr>
      </p:pic>
    </p:spTree>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9"/>
            <a:ext cx="7772400" cy="1135063"/>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1FA8B8-9644-43E1-9176-EA7D5ECBE882}" type="datetime1">
              <a:rPr lang="en-US" smtClean="0"/>
              <a:pPr/>
              <a:t>6/22/2026</a:t>
            </a:fld>
            <a:endParaRPr lang="en-US"/>
          </a:p>
        </p:txBody>
      </p:sp>
      <p:sp>
        <p:nvSpPr>
          <p:cNvPr id="5" name="Footer Placeholder 4"/>
          <p:cNvSpPr>
            <a:spLocks noGrp="1"/>
          </p:cNvSpPr>
          <p:nvPr>
            <p:ph type="ftr" sz="quarter" idx="11"/>
          </p:nvPr>
        </p:nvSpPr>
        <p:spPr/>
        <p:txBody>
          <a:bodyPr/>
          <a:lstStyle/>
          <a:p>
            <a:r>
              <a:rPr lang="en-US"/>
              <a:t>ISPACE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Top_block.png"/>
          <p:cNvPicPr>
            <a:picLocks noChangeAspect="1"/>
          </p:cNvPicPr>
          <p:nvPr/>
        </p:nvPicPr>
        <p:blipFill>
          <a:blip r:embed="rId2" cstate="print"/>
          <a:stretch>
            <a:fillRect/>
          </a:stretch>
        </p:blipFill>
        <p:spPr>
          <a:xfrm>
            <a:off x="1" y="0"/>
            <a:ext cx="9143998" cy="936345"/>
          </a:xfrm>
          <a:prstGeom prst="rect">
            <a:avLst/>
          </a:prstGeom>
        </p:spPr>
      </p:pic>
      <p:pic>
        <p:nvPicPr>
          <p:cNvPr id="9" name="Picture 8" descr="Top_block.png"/>
          <p:cNvPicPr>
            <a:picLocks noChangeAspect="1"/>
          </p:cNvPicPr>
          <p:nvPr userDrawn="1"/>
        </p:nvPicPr>
        <p:blipFill>
          <a:blip r:embed="rId2" cstate="print"/>
          <a:stretch>
            <a:fillRect/>
          </a:stretch>
        </p:blipFill>
        <p:spPr>
          <a:xfrm>
            <a:off x="1" y="0"/>
            <a:ext cx="9143998" cy="936345"/>
          </a:xfrm>
          <a:prstGeom prst="rect">
            <a:avLst/>
          </a:prstGeom>
        </p:spPr>
      </p:pic>
    </p:spTree>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Top_block.png"/>
          <p:cNvPicPr>
            <a:picLocks noChangeAspect="1"/>
          </p:cNvPicPr>
          <p:nvPr/>
        </p:nvPicPr>
        <p:blipFill>
          <a:blip r:embed="rId2" cstate="print"/>
          <a:stretch>
            <a:fillRect/>
          </a:stretch>
        </p:blipFill>
        <p:spPr>
          <a:xfrm>
            <a:off x="1" y="0"/>
            <a:ext cx="9143998" cy="936345"/>
          </a:xfrm>
          <a:prstGeom prst="rect">
            <a:avLst/>
          </a:prstGeom>
        </p:spPr>
      </p:pic>
      <p:sp>
        <p:nvSpPr>
          <p:cNvPr id="2" name="Title 1"/>
          <p:cNvSpPr>
            <a:spLocks noGrp="1"/>
          </p:cNvSpPr>
          <p:nvPr>
            <p:ph type="title"/>
          </p:nvPr>
        </p:nvSpPr>
        <p:spPr>
          <a:xfrm>
            <a:off x="928662" y="228865"/>
            <a:ext cx="7758138" cy="876035"/>
          </a:xfrm>
        </p:spPr>
        <p:txBody>
          <a:bodyPr/>
          <a:lstStyle>
            <a:lvl1pPr>
              <a:defRPr>
                <a:solidFill>
                  <a:schemeClr val="accent2">
                    <a:lumMod val="60000"/>
                    <a:lumOff val="40000"/>
                  </a:schemeClr>
                </a:solidFill>
              </a:defRPr>
            </a:lvl1pPr>
          </a:lstStyle>
          <a:p>
            <a:r>
              <a:rPr lang="en-US"/>
              <a:t>Click to edit Master title style</a:t>
            </a:r>
            <a:endParaRPr lang="en-IN" dirty="0"/>
          </a:p>
        </p:txBody>
      </p:sp>
      <p:sp>
        <p:nvSpPr>
          <p:cNvPr id="3" name="Content Placeholder 2"/>
          <p:cNvSpPr>
            <a:spLocks noGrp="1"/>
          </p:cNvSpPr>
          <p:nvPr>
            <p:ph sz="half" idx="1"/>
          </p:nvPr>
        </p:nvSpPr>
        <p:spPr>
          <a:xfrm>
            <a:off x="457200" y="1111250"/>
            <a:ext cx="4038600" cy="3956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111250"/>
            <a:ext cx="4038600" cy="3956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418BCC3-C6D4-4487-976F-7CEA13B866D2}" type="datetime1">
              <a:rPr lang="en-US" smtClean="0"/>
              <a:pPr/>
              <a:t>6/22/2026</a:t>
            </a:fld>
            <a:endParaRPr lang="en-US"/>
          </a:p>
        </p:txBody>
      </p:sp>
      <p:sp>
        <p:nvSpPr>
          <p:cNvPr id="6" name="Footer Placeholder 5"/>
          <p:cNvSpPr>
            <a:spLocks noGrp="1"/>
          </p:cNvSpPr>
          <p:nvPr>
            <p:ph type="ftr" sz="quarter" idx="11"/>
          </p:nvPr>
        </p:nvSpPr>
        <p:spPr/>
        <p:txBody>
          <a:bodyPr/>
          <a:lstStyle/>
          <a:p>
            <a:r>
              <a:rPr lang="en-US"/>
              <a:t>ISPACE</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10" name="Picture 9" descr="Top_block.png"/>
          <p:cNvPicPr>
            <a:picLocks noChangeAspect="1"/>
          </p:cNvPicPr>
          <p:nvPr userDrawn="1"/>
        </p:nvPicPr>
        <p:blipFill>
          <a:blip r:embed="rId2" cstate="print"/>
          <a:stretch>
            <a:fillRect/>
          </a:stretch>
        </p:blipFill>
        <p:spPr>
          <a:xfrm>
            <a:off x="1" y="0"/>
            <a:ext cx="9143998" cy="936345"/>
          </a:xfrm>
          <a:prstGeom prst="rect">
            <a:avLst/>
          </a:prstGeom>
        </p:spPr>
      </p:pic>
    </p:spTree>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Top_block.png"/>
          <p:cNvPicPr>
            <a:picLocks noChangeAspect="1"/>
          </p:cNvPicPr>
          <p:nvPr/>
        </p:nvPicPr>
        <p:blipFill>
          <a:blip r:embed="rId2" cstate="print"/>
          <a:stretch>
            <a:fillRect/>
          </a:stretch>
        </p:blipFill>
        <p:spPr>
          <a:xfrm>
            <a:off x="1" y="0"/>
            <a:ext cx="9143998" cy="936345"/>
          </a:xfrm>
          <a:prstGeom prst="rect">
            <a:avLst/>
          </a:prstGeom>
        </p:spPr>
      </p:pic>
      <p:sp>
        <p:nvSpPr>
          <p:cNvPr id="2" name="Title 1"/>
          <p:cNvSpPr>
            <a:spLocks noGrp="1"/>
          </p:cNvSpPr>
          <p:nvPr>
            <p:ph type="title"/>
          </p:nvPr>
        </p:nvSpPr>
        <p:spPr>
          <a:xfrm>
            <a:off x="928662" y="228865"/>
            <a:ext cx="7758138" cy="952500"/>
          </a:xfrm>
        </p:spPr>
        <p:txBody>
          <a:bodyPr/>
          <a:lstStyle>
            <a:lvl1pPr>
              <a:defRPr>
                <a:solidFill>
                  <a:schemeClr val="accent2">
                    <a:lumMod val="60000"/>
                    <a:lumOff val="40000"/>
                  </a:schemeClr>
                </a:solidFill>
              </a:defRPr>
            </a:lvl1pPr>
          </a:lstStyle>
          <a:p>
            <a:r>
              <a:rPr lang="en-US"/>
              <a:t>Click to edit Master title style</a:t>
            </a:r>
            <a:endParaRPr lang="en-IN" dirty="0"/>
          </a:p>
        </p:txBody>
      </p:sp>
      <p:sp>
        <p:nvSpPr>
          <p:cNvPr id="3" name="Text Placeholder 2"/>
          <p:cNvSpPr>
            <a:spLocks noGrp="1"/>
          </p:cNvSpPr>
          <p:nvPr>
            <p:ph type="body" idx="1"/>
          </p:nvPr>
        </p:nvSpPr>
        <p:spPr>
          <a:xfrm>
            <a:off x="457200" y="1279263"/>
            <a:ext cx="4040188" cy="53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33" y="1279263"/>
            <a:ext cx="4041775" cy="53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3"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A78F357-C25C-430B-B354-1E99D4CDD541}" type="datetime1">
              <a:rPr lang="en-US" smtClean="0"/>
              <a:pPr/>
              <a:t>6/22/2026</a:t>
            </a:fld>
            <a:endParaRPr lang="en-US"/>
          </a:p>
        </p:txBody>
      </p:sp>
      <p:sp>
        <p:nvSpPr>
          <p:cNvPr id="8" name="Footer Placeholder 7"/>
          <p:cNvSpPr>
            <a:spLocks noGrp="1"/>
          </p:cNvSpPr>
          <p:nvPr>
            <p:ph type="ftr" sz="quarter" idx="11"/>
          </p:nvPr>
        </p:nvSpPr>
        <p:spPr/>
        <p:txBody>
          <a:bodyPr/>
          <a:lstStyle/>
          <a:p>
            <a:r>
              <a:rPr lang="en-US"/>
              <a:t>ISPACE</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pic>
        <p:nvPicPr>
          <p:cNvPr id="12" name="Picture 11" descr="Top_block.png"/>
          <p:cNvPicPr>
            <a:picLocks noChangeAspect="1"/>
          </p:cNvPicPr>
          <p:nvPr userDrawn="1"/>
        </p:nvPicPr>
        <p:blipFill>
          <a:blip r:embed="rId2" cstate="print"/>
          <a:stretch>
            <a:fillRect/>
          </a:stretch>
        </p:blipFill>
        <p:spPr>
          <a:xfrm>
            <a:off x="1" y="0"/>
            <a:ext cx="9143998" cy="936345"/>
          </a:xfrm>
          <a:prstGeom prst="rect">
            <a:avLst/>
          </a:prstGeom>
        </p:spPr>
      </p:pic>
    </p:spTree>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Top_block.png"/>
          <p:cNvPicPr>
            <a:picLocks noChangeAspect="1"/>
          </p:cNvPicPr>
          <p:nvPr/>
        </p:nvPicPr>
        <p:blipFill>
          <a:blip r:embed="rId2" cstate="print"/>
          <a:stretch>
            <a:fillRect/>
          </a:stretch>
        </p:blipFill>
        <p:spPr>
          <a:xfrm>
            <a:off x="1" y="0"/>
            <a:ext cx="9143998" cy="936345"/>
          </a:xfrm>
          <a:prstGeom prst="rect">
            <a:avLst/>
          </a:prstGeom>
        </p:spPr>
      </p:pic>
      <p:sp>
        <p:nvSpPr>
          <p:cNvPr id="2" name="Title 1"/>
          <p:cNvSpPr>
            <a:spLocks noGrp="1"/>
          </p:cNvSpPr>
          <p:nvPr>
            <p:ph type="title"/>
          </p:nvPr>
        </p:nvSpPr>
        <p:spPr>
          <a:xfrm>
            <a:off x="928662" y="117519"/>
            <a:ext cx="7758138" cy="699809"/>
          </a:xfrm>
        </p:spPr>
        <p:txBody>
          <a:bodyPr/>
          <a:lstStyle>
            <a:lvl1pPr>
              <a:defRPr>
                <a:solidFill>
                  <a:schemeClr val="accent2">
                    <a:lumMod val="60000"/>
                    <a:lumOff val="40000"/>
                  </a:schemeClr>
                </a:solidFill>
              </a:defRPr>
            </a:lvl1pPr>
          </a:lstStyle>
          <a:p>
            <a:r>
              <a:rPr lang="en-US"/>
              <a:t>Click to edit Master title style</a:t>
            </a:r>
            <a:endParaRPr lang="en-IN" dirty="0"/>
          </a:p>
        </p:txBody>
      </p:sp>
      <p:sp>
        <p:nvSpPr>
          <p:cNvPr id="3" name="Date Placeholder 2"/>
          <p:cNvSpPr>
            <a:spLocks noGrp="1"/>
          </p:cNvSpPr>
          <p:nvPr>
            <p:ph type="dt" sz="half" idx="10"/>
          </p:nvPr>
        </p:nvSpPr>
        <p:spPr/>
        <p:txBody>
          <a:bodyPr/>
          <a:lstStyle/>
          <a:p>
            <a:fld id="{59505BE4-8205-4DD8-B4EA-9C3050254A24}" type="datetime1">
              <a:rPr lang="en-US" smtClean="0"/>
              <a:pPr/>
              <a:t>6/22/2026</a:t>
            </a:fld>
            <a:endParaRPr lang="en-US"/>
          </a:p>
        </p:txBody>
      </p:sp>
      <p:sp>
        <p:nvSpPr>
          <p:cNvPr id="4" name="Footer Placeholder 3"/>
          <p:cNvSpPr>
            <a:spLocks noGrp="1"/>
          </p:cNvSpPr>
          <p:nvPr>
            <p:ph type="ftr" sz="quarter" idx="11"/>
          </p:nvPr>
        </p:nvSpPr>
        <p:spPr/>
        <p:txBody>
          <a:bodyPr/>
          <a:lstStyle/>
          <a:p>
            <a:r>
              <a:rPr lang="en-US"/>
              <a:t>ISPACE</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Top_block.png"/>
          <p:cNvPicPr>
            <a:picLocks noChangeAspect="1"/>
          </p:cNvPicPr>
          <p:nvPr userDrawn="1"/>
        </p:nvPicPr>
        <p:blipFill>
          <a:blip r:embed="rId2" cstate="print"/>
          <a:stretch>
            <a:fillRect/>
          </a:stretch>
        </p:blipFill>
        <p:spPr>
          <a:xfrm>
            <a:off x="1" y="0"/>
            <a:ext cx="9143998" cy="936345"/>
          </a:xfrm>
          <a:prstGeom prst="rect">
            <a:avLst/>
          </a:prstGeom>
        </p:spPr>
      </p:pic>
    </p:spTree>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C92734-91F3-4440-93F3-9AC1E7002740}" type="datetime1">
              <a:rPr lang="en-US" smtClean="0"/>
              <a:pPr/>
              <a:t>6/22/2026</a:t>
            </a:fld>
            <a:endParaRPr lang="en-US"/>
          </a:p>
        </p:txBody>
      </p:sp>
      <p:sp>
        <p:nvSpPr>
          <p:cNvPr id="3" name="Footer Placeholder 2"/>
          <p:cNvSpPr>
            <a:spLocks noGrp="1"/>
          </p:cNvSpPr>
          <p:nvPr>
            <p:ph type="ftr" sz="quarter" idx="11"/>
          </p:nvPr>
        </p:nvSpPr>
        <p:spPr/>
        <p:txBody>
          <a:bodyPr/>
          <a:lstStyle/>
          <a:p>
            <a:r>
              <a:rPr lang="en-US"/>
              <a:t>ISPACE</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pic>
        <p:nvPicPr>
          <p:cNvPr id="6" name="Picture 5" descr="Top_block.png"/>
          <p:cNvPicPr>
            <a:picLocks noChangeAspect="1"/>
          </p:cNvPicPr>
          <p:nvPr/>
        </p:nvPicPr>
        <p:blipFill>
          <a:blip r:embed="rId2" cstate="print"/>
          <a:stretch>
            <a:fillRect/>
          </a:stretch>
        </p:blipFill>
        <p:spPr>
          <a:xfrm>
            <a:off x="1" y="0"/>
            <a:ext cx="9143998" cy="936345"/>
          </a:xfrm>
          <a:prstGeom prst="rect">
            <a:avLst/>
          </a:prstGeom>
        </p:spPr>
      </p:pic>
      <p:pic>
        <p:nvPicPr>
          <p:cNvPr id="7" name="Picture 6" descr="Top_block.png"/>
          <p:cNvPicPr>
            <a:picLocks noChangeAspect="1"/>
          </p:cNvPicPr>
          <p:nvPr userDrawn="1"/>
        </p:nvPicPr>
        <p:blipFill>
          <a:blip r:embed="rId2" cstate="print"/>
          <a:stretch>
            <a:fillRect/>
          </a:stretch>
        </p:blipFill>
        <p:spPr>
          <a:xfrm>
            <a:off x="1" y="0"/>
            <a:ext cx="9143998" cy="936345"/>
          </a:xfrm>
          <a:prstGeom prst="rect">
            <a:avLst/>
          </a:prstGeom>
        </p:spPr>
      </p:pic>
    </p:spTree>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Top_block.png"/>
          <p:cNvPicPr>
            <a:picLocks noChangeAspect="1"/>
          </p:cNvPicPr>
          <p:nvPr/>
        </p:nvPicPr>
        <p:blipFill>
          <a:blip r:embed="rId2" cstate="print"/>
          <a:stretch>
            <a:fillRect/>
          </a:stretch>
        </p:blipFill>
        <p:spPr>
          <a:xfrm>
            <a:off x="1" y="0"/>
            <a:ext cx="9143998" cy="936345"/>
          </a:xfrm>
          <a:prstGeom prst="rect">
            <a:avLst/>
          </a:prstGeom>
        </p:spPr>
      </p:pic>
      <p:sp>
        <p:nvSpPr>
          <p:cNvPr id="2" name="Title 1"/>
          <p:cNvSpPr>
            <a:spLocks noGrp="1"/>
          </p:cNvSpPr>
          <p:nvPr>
            <p:ph type="title"/>
          </p:nvPr>
        </p:nvSpPr>
        <p:spPr>
          <a:xfrm>
            <a:off x="457209" y="876300"/>
            <a:ext cx="3008313" cy="685800"/>
          </a:xfrm>
        </p:spPr>
        <p:txBody>
          <a:bodyPr anchor="b"/>
          <a:lstStyle>
            <a:lvl1pPr algn="l">
              <a:defRPr sz="2000" b="1">
                <a:solidFill>
                  <a:schemeClr val="accent2">
                    <a:lumMod val="60000"/>
                    <a:lumOff val="40000"/>
                  </a:schemeClr>
                </a:solidFill>
              </a:defRPr>
            </a:lvl1pPr>
          </a:lstStyle>
          <a:p>
            <a:r>
              <a:rPr lang="en-US"/>
              <a:t>Click to edit Master title style</a:t>
            </a:r>
            <a:endParaRPr lang="en-IN" dirty="0"/>
          </a:p>
        </p:txBody>
      </p:sp>
      <p:sp>
        <p:nvSpPr>
          <p:cNvPr id="3" name="Content Placeholder 2"/>
          <p:cNvSpPr>
            <a:spLocks noGrp="1"/>
          </p:cNvSpPr>
          <p:nvPr>
            <p:ph idx="1"/>
          </p:nvPr>
        </p:nvSpPr>
        <p:spPr>
          <a:xfrm>
            <a:off x="3575050" y="876300"/>
            <a:ext cx="5111750" cy="4228836"/>
          </a:xfrm>
        </p:spPr>
        <p:txBody>
          <a:bodyPr/>
          <a:lstStyle>
            <a:lvl1pPr>
              <a:defRPr sz="3200">
                <a:solidFill>
                  <a:schemeClr val="accent2">
                    <a:lumMod val="60000"/>
                    <a:lumOff val="40000"/>
                  </a:schemeClr>
                </a:solidFill>
              </a:defRPr>
            </a:lvl1pPr>
            <a:lvl2pPr>
              <a:defRPr sz="2800">
                <a:solidFill>
                  <a:schemeClr val="accent2">
                    <a:lumMod val="60000"/>
                    <a:lumOff val="40000"/>
                  </a:schemeClr>
                </a:solidFill>
              </a:defRPr>
            </a:lvl2pPr>
            <a:lvl3pPr>
              <a:defRPr sz="2400">
                <a:solidFill>
                  <a:schemeClr val="accent2">
                    <a:lumMod val="60000"/>
                    <a:lumOff val="40000"/>
                  </a:schemeClr>
                </a:solidFill>
              </a:defRPr>
            </a:lvl3pPr>
            <a:lvl4pPr>
              <a:defRPr sz="2000">
                <a:solidFill>
                  <a:schemeClr val="accent2">
                    <a:lumMod val="60000"/>
                    <a:lumOff val="40000"/>
                  </a:schemeClr>
                </a:solidFill>
              </a:defRPr>
            </a:lvl4pPr>
            <a:lvl5pPr>
              <a:defRPr sz="2000">
                <a:solidFill>
                  <a:schemeClr val="accent2">
                    <a:lumMod val="60000"/>
                    <a:lumOff val="40000"/>
                  </a:schemeClr>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Text Placeholder 3"/>
          <p:cNvSpPr>
            <a:spLocks noGrp="1"/>
          </p:cNvSpPr>
          <p:nvPr>
            <p:ph type="body" sz="half" idx="2"/>
          </p:nvPr>
        </p:nvSpPr>
        <p:spPr>
          <a:xfrm>
            <a:off x="457209" y="1562100"/>
            <a:ext cx="3008313" cy="354303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FB364C2-CFEF-4FAD-A8E6-3E74B80DE2EF}" type="datetime1">
              <a:rPr lang="en-US" smtClean="0"/>
              <a:pPr/>
              <a:t>6/22/2026</a:t>
            </a:fld>
            <a:endParaRPr lang="en-US"/>
          </a:p>
        </p:txBody>
      </p:sp>
      <p:sp>
        <p:nvSpPr>
          <p:cNvPr id="6" name="Footer Placeholder 5"/>
          <p:cNvSpPr>
            <a:spLocks noGrp="1"/>
          </p:cNvSpPr>
          <p:nvPr>
            <p:ph type="ftr" sz="quarter" idx="11"/>
          </p:nvPr>
        </p:nvSpPr>
        <p:spPr/>
        <p:txBody>
          <a:bodyPr/>
          <a:lstStyle/>
          <a:p>
            <a:r>
              <a:rPr lang="en-US"/>
              <a:t>ISPACE</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10" name="Picture 9" descr="Top_block.png"/>
          <p:cNvPicPr>
            <a:picLocks noChangeAspect="1"/>
          </p:cNvPicPr>
          <p:nvPr userDrawn="1"/>
        </p:nvPicPr>
        <p:blipFill>
          <a:blip r:embed="rId2" cstate="print"/>
          <a:stretch>
            <a:fillRect/>
          </a:stretch>
        </p:blipFill>
        <p:spPr>
          <a:xfrm>
            <a:off x="1" y="0"/>
            <a:ext cx="9143998" cy="936345"/>
          </a:xfrm>
          <a:prstGeom prst="rect">
            <a:avLst/>
          </a:prstGeom>
        </p:spPr>
      </p:pic>
    </p:spTree>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Top_block.png"/>
          <p:cNvPicPr>
            <a:picLocks noChangeAspect="1"/>
          </p:cNvPicPr>
          <p:nvPr/>
        </p:nvPicPr>
        <p:blipFill>
          <a:blip r:embed="rId2" cstate="print"/>
          <a:stretch>
            <a:fillRect/>
          </a:stretch>
        </p:blipFill>
        <p:spPr>
          <a:xfrm>
            <a:off x="1" y="0"/>
            <a:ext cx="9143998" cy="936345"/>
          </a:xfrm>
          <a:prstGeom prst="rect">
            <a:avLst/>
          </a:prstGeom>
        </p:spPr>
      </p:pic>
      <p:sp>
        <p:nvSpPr>
          <p:cNvPr id="2" name="Title 1"/>
          <p:cNvSpPr>
            <a:spLocks noGrp="1"/>
          </p:cNvSpPr>
          <p:nvPr>
            <p:ph type="title"/>
          </p:nvPr>
        </p:nvSpPr>
        <p:spPr>
          <a:xfrm>
            <a:off x="1792288" y="4000500"/>
            <a:ext cx="5486400" cy="472282"/>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876300"/>
            <a:ext cx="5486400" cy="30633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1792288" y="4472782"/>
            <a:ext cx="5486400" cy="6707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DBFAED-D7CA-4D7C-A019-B8282F53EEDF}" type="datetime1">
              <a:rPr lang="en-US" smtClean="0"/>
              <a:pPr/>
              <a:t>6/22/2026</a:t>
            </a:fld>
            <a:endParaRPr lang="en-US"/>
          </a:p>
        </p:txBody>
      </p:sp>
      <p:sp>
        <p:nvSpPr>
          <p:cNvPr id="6" name="Footer Placeholder 5"/>
          <p:cNvSpPr>
            <a:spLocks noGrp="1"/>
          </p:cNvSpPr>
          <p:nvPr>
            <p:ph type="ftr" sz="quarter" idx="11"/>
          </p:nvPr>
        </p:nvSpPr>
        <p:spPr/>
        <p:txBody>
          <a:bodyPr/>
          <a:lstStyle/>
          <a:p>
            <a:r>
              <a:rPr lang="en-US"/>
              <a:t>ISPACE</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10" name="Picture 9" descr="Top_block.png"/>
          <p:cNvPicPr>
            <a:picLocks noChangeAspect="1"/>
          </p:cNvPicPr>
          <p:nvPr userDrawn="1"/>
        </p:nvPicPr>
        <p:blipFill>
          <a:blip r:embed="rId2" cstate="print"/>
          <a:stretch>
            <a:fillRect/>
          </a:stretch>
        </p:blipFill>
        <p:spPr>
          <a:xfrm>
            <a:off x="1" y="0"/>
            <a:ext cx="9143998" cy="936345"/>
          </a:xfrm>
          <a:prstGeom prst="rect">
            <a:avLst/>
          </a:prstGeom>
        </p:spPr>
      </p:pic>
    </p:spTree>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10" name="Picture 9" descr="Conclusion_block.png"/>
          <p:cNvPicPr>
            <a:picLocks noChangeAspect="1"/>
          </p:cNvPicPr>
          <p:nvPr/>
        </p:nvPicPr>
        <p:blipFill>
          <a:blip r:embed="rId2" cstate="print"/>
          <a:stretch>
            <a:fillRect/>
          </a:stretch>
        </p:blipFill>
        <p:spPr>
          <a:xfrm>
            <a:off x="0" y="2461564"/>
            <a:ext cx="9144000" cy="3253435"/>
          </a:xfrm>
          <a:prstGeom prst="rect">
            <a:avLst/>
          </a:prstGeom>
        </p:spPr>
      </p:pic>
      <p:pic>
        <p:nvPicPr>
          <p:cNvPr id="3" name="Picture 2" descr="Conclusion_block.png"/>
          <p:cNvPicPr>
            <a:picLocks noChangeAspect="1"/>
          </p:cNvPicPr>
          <p:nvPr userDrawn="1"/>
        </p:nvPicPr>
        <p:blipFill>
          <a:blip r:embed="rId2" cstate="print"/>
          <a:stretch>
            <a:fillRect/>
          </a:stretch>
        </p:blipFill>
        <p:spPr>
          <a:xfrm>
            <a:off x="0" y="2461564"/>
            <a:ext cx="9144000" cy="3253435"/>
          </a:xfrm>
          <a:prstGeom prst="rect">
            <a:avLst/>
          </a:prstGeom>
        </p:spPr>
      </p:pic>
    </p:spTree>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Welcome">
    <p:spTree>
      <p:nvGrpSpPr>
        <p:cNvPr id="1" name=""/>
        <p:cNvGrpSpPr/>
        <p:nvPr/>
      </p:nvGrpSpPr>
      <p:grpSpPr>
        <a:xfrm>
          <a:off x="0" y="0"/>
          <a:ext cx="0" cy="0"/>
          <a:chOff x="0" y="0"/>
          <a:chExt cx="0" cy="0"/>
        </a:xfrm>
      </p:grpSpPr>
      <p:sp>
        <p:nvSpPr>
          <p:cNvPr id="12" name="Title 1"/>
          <p:cNvSpPr>
            <a:spLocks noGrp="1"/>
          </p:cNvSpPr>
          <p:nvPr>
            <p:ph type="ctrTitle"/>
          </p:nvPr>
        </p:nvSpPr>
        <p:spPr>
          <a:xfrm>
            <a:off x="685800" y="2219875"/>
            <a:ext cx="7772400" cy="1225021"/>
          </a:xfrm>
        </p:spPr>
        <p:txBody>
          <a:bodyPr/>
          <a:lstStyle/>
          <a:p>
            <a:r>
              <a:rPr lang="en-US"/>
              <a:t>Click to edit Master title style</a:t>
            </a:r>
            <a:endParaRPr lang="en-IN" dirty="0"/>
          </a:p>
        </p:txBody>
      </p:sp>
      <p:sp>
        <p:nvSpPr>
          <p:cNvPr id="13" name="Subtitle 2"/>
          <p:cNvSpPr>
            <a:spLocks noGrp="1"/>
          </p:cNvSpPr>
          <p:nvPr>
            <p:ph type="subTitle" idx="1"/>
          </p:nvPr>
        </p:nvSpPr>
        <p:spPr>
          <a:xfrm>
            <a:off x="1371600" y="3683016"/>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pic>
        <p:nvPicPr>
          <p:cNvPr id="14" name="Picture 13" descr="Welcome_block.png"/>
          <p:cNvPicPr>
            <a:picLocks noChangeAspect="1"/>
          </p:cNvPicPr>
          <p:nvPr/>
        </p:nvPicPr>
        <p:blipFill>
          <a:blip r:embed="rId2" cstate="print"/>
          <a:stretch>
            <a:fillRect/>
          </a:stretch>
        </p:blipFill>
        <p:spPr>
          <a:xfrm>
            <a:off x="0" y="914"/>
            <a:ext cx="9144000" cy="5713171"/>
          </a:xfrm>
          <a:prstGeom prst="rect">
            <a:avLst/>
          </a:prstGeom>
        </p:spPr>
      </p:pic>
      <p:pic>
        <p:nvPicPr>
          <p:cNvPr id="5" name="Picture 4" descr="Welcome_block.png"/>
          <p:cNvPicPr>
            <a:picLocks noChangeAspect="1"/>
          </p:cNvPicPr>
          <p:nvPr userDrawn="1"/>
        </p:nvPicPr>
        <p:blipFill>
          <a:blip r:embed="rId2" cstate="print"/>
          <a:stretch>
            <a:fillRect/>
          </a:stretch>
        </p:blipFill>
        <p:spPr>
          <a:xfrm>
            <a:off x="0" y="914"/>
            <a:ext cx="9144000" cy="5713171"/>
          </a:xfrm>
          <a:prstGeom prst="rect">
            <a:avLst/>
          </a:prstGeom>
        </p:spPr>
      </p:pic>
    </p:spTree>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9"/>
            <a:ext cx="7772400" cy="1225021"/>
          </a:xfrm>
        </p:spPr>
        <p:txBody>
          <a:bodyPr/>
          <a:lstStyle/>
          <a:p>
            <a:r>
              <a:rPr lang="en-US"/>
              <a:t>Click to edit Master title style</a:t>
            </a:r>
            <a:endParaRPr lang="en-IN" dirty="0"/>
          </a:p>
        </p:txBody>
      </p:sp>
      <p:sp>
        <p:nvSpPr>
          <p:cNvPr id="3" name="Subtitle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1EFFD99-0C14-4CF1-8AEB-0121A51B05BA}" type="datetime1">
              <a:rPr lang="en-US" smtClean="0"/>
              <a:pPr/>
              <a:t>6/22/2026</a:t>
            </a:fld>
            <a:endParaRPr lang="en-US"/>
          </a:p>
        </p:txBody>
      </p:sp>
      <p:sp>
        <p:nvSpPr>
          <p:cNvPr id="5" name="Footer Placeholder 4"/>
          <p:cNvSpPr>
            <a:spLocks noGrp="1"/>
          </p:cNvSpPr>
          <p:nvPr>
            <p:ph type="ftr" sz="quarter" idx="11"/>
          </p:nvPr>
        </p:nvSpPr>
        <p:spPr/>
        <p:txBody>
          <a:bodyPr/>
          <a:lstStyle/>
          <a:p>
            <a:r>
              <a:rPr lang="en-US"/>
              <a:t>ISPACE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Top_block.png"/>
          <p:cNvPicPr>
            <a:picLocks noChangeAspect="1"/>
          </p:cNvPicPr>
          <p:nvPr userDrawn="1"/>
        </p:nvPicPr>
        <p:blipFill>
          <a:blip r:embed="rId2" cstate="print"/>
          <a:stretch>
            <a:fillRect/>
          </a:stretch>
        </p:blipFill>
        <p:spPr>
          <a:xfrm>
            <a:off x="1" y="0"/>
            <a:ext cx="9143998" cy="936345"/>
          </a:xfrm>
          <a:prstGeom prst="rect">
            <a:avLst/>
          </a:prstGeom>
        </p:spPr>
      </p:pic>
    </p:spTree>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onclusion'">
    <p:spTree>
      <p:nvGrpSpPr>
        <p:cNvPr id="1" name=""/>
        <p:cNvGrpSpPr/>
        <p:nvPr/>
      </p:nvGrpSpPr>
      <p:grpSpPr>
        <a:xfrm>
          <a:off x="0" y="0"/>
          <a:ext cx="0" cy="0"/>
          <a:chOff x="0" y="0"/>
          <a:chExt cx="0" cy="0"/>
        </a:xfrm>
      </p:grpSpPr>
      <p:pic>
        <p:nvPicPr>
          <p:cNvPr id="10" name="Picture 9" descr="Conclusion_block.png"/>
          <p:cNvPicPr>
            <a:picLocks noChangeAspect="1"/>
          </p:cNvPicPr>
          <p:nvPr userDrawn="1"/>
        </p:nvPicPr>
        <p:blipFill>
          <a:blip r:embed="rId2" cstate="print"/>
          <a:stretch>
            <a:fillRect/>
          </a:stretch>
        </p:blipFill>
        <p:spPr>
          <a:xfrm>
            <a:off x="0" y="2461564"/>
            <a:ext cx="9144000" cy="3253435"/>
          </a:xfrm>
          <a:prstGeom prst="rect">
            <a:avLst/>
          </a:prstGeom>
        </p:spPr>
      </p:pic>
    </p:spTree>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Welcome">
    <p:spTree>
      <p:nvGrpSpPr>
        <p:cNvPr id="1" name=""/>
        <p:cNvGrpSpPr/>
        <p:nvPr/>
      </p:nvGrpSpPr>
      <p:grpSpPr>
        <a:xfrm>
          <a:off x="0" y="0"/>
          <a:ext cx="0" cy="0"/>
          <a:chOff x="0" y="0"/>
          <a:chExt cx="0" cy="0"/>
        </a:xfrm>
      </p:grpSpPr>
      <p:sp>
        <p:nvSpPr>
          <p:cNvPr id="12" name="Title 1"/>
          <p:cNvSpPr>
            <a:spLocks noGrp="1"/>
          </p:cNvSpPr>
          <p:nvPr>
            <p:ph type="ctrTitle"/>
          </p:nvPr>
        </p:nvSpPr>
        <p:spPr>
          <a:xfrm>
            <a:off x="685800" y="2219875"/>
            <a:ext cx="7772400" cy="1225021"/>
          </a:xfrm>
        </p:spPr>
        <p:txBody>
          <a:bodyPr/>
          <a:lstStyle/>
          <a:p>
            <a:r>
              <a:rPr lang="en-US"/>
              <a:t>Click to edit Master title style</a:t>
            </a:r>
            <a:endParaRPr lang="en-IN" dirty="0"/>
          </a:p>
        </p:txBody>
      </p:sp>
      <p:sp>
        <p:nvSpPr>
          <p:cNvPr id="13" name="Subtitle 2"/>
          <p:cNvSpPr>
            <a:spLocks noGrp="1"/>
          </p:cNvSpPr>
          <p:nvPr>
            <p:ph type="subTitle" idx="1"/>
          </p:nvPr>
        </p:nvSpPr>
        <p:spPr>
          <a:xfrm>
            <a:off x="1371600" y="3683016"/>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pic>
        <p:nvPicPr>
          <p:cNvPr id="14" name="Picture 13" descr="Welcome_block.png"/>
          <p:cNvPicPr>
            <a:picLocks noChangeAspect="1"/>
          </p:cNvPicPr>
          <p:nvPr userDrawn="1"/>
        </p:nvPicPr>
        <p:blipFill>
          <a:blip r:embed="rId2" cstate="print"/>
          <a:stretch>
            <a:fillRect/>
          </a:stretch>
        </p:blipFill>
        <p:spPr>
          <a:xfrm>
            <a:off x="0" y="914"/>
            <a:ext cx="9144000" cy="5713171"/>
          </a:xfrm>
          <a:prstGeom prst="rect">
            <a:avLst/>
          </a:prstGeom>
        </p:spPr>
      </p:pic>
    </p:spTree>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descr="Bottom_block.png"/>
          <p:cNvPicPr>
            <a:picLocks noChangeAspect="1"/>
          </p:cNvPicPr>
          <p:nvPr/>
        </p:nvPicPr>
        <p:blipFill>
          <a:blip r:embed="rId16"/>
          <a:stretch>
            <a:fillRect/>
          </a:stretch>
        </p:blipFill>
        <p:spPr>
          <a:xfrm>
            <a:off x="0" y="5354727"/>
            <a:ext cx="9144000" cy="360273"/>
          </a:xfrm>
          <a:prstGeom prst="rect">
            <a:avLst/>
          </a:prstGeom>
        </p:spPr>
      </p:pic>
      <p:sp>
        <p:nvSpPr>
          <p:cNvPr id="2" name="Title Placeholder 1"/>
          <p:cNvSpPr>
            <a:spLocks noGrp="1"/>
          </p:cNvSpPr>
          <p:nvPr>
            <p:ph type="title"/>
          </p:nvPr>
        </p:nvSpPr>
        <p:spPr>
          <a:xfrm>
            <a:off x="457200" y="117519"/>
            <a:ext cx="8229600" cy="699809"/>
          </a:xfrm>
          <a:prstGeom prst="rect">
            <a:avLst/>
          </a:prstGeom>
        </p:spPr>
        <p:txBody>
          <a:bodyPr vert="horz" lIns="91440" tIns="45720" rIns="91440" bIns="45720" rtlCol="0" anchor="ctr">
            <a:normAutofit/>
          </a:bodyPr>
          <a:lstStyle/>
          <a:p>
            <a:r>
              <a:rPr lang="en-US"/>
              <a:t>Click to edit Master title style</a:t>
            </a:r>
            <a:endParaRPr lang="en-IN" dirty="0"/>
          </a:p>
        </p:txBody>
      </p:sp>
      <p:sp>
        <p:nvSpPr>
          <p:cNvPr id="3" name="Text Placeholder 2"/>
          <p:cNvSpPr>
            <a:spLocks noGrp="1"/>
          </p:cNvSpPr>
          <p:nvPr>
            <p:ph type="body" idx="1"/>
          </p:nvPr>
        </p:nvSpPr>
        <p:spPr>
          <a:xfrm>
            <a:off x="457200" y="1333500"/>
            <a:ext cx="8229600" cy="37716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p:cNvSpPr>
            <a:spLocks noGrp="1"/>
          </p:cNvSpPr>
          <p:nvPr>
            <p:ph type="dt" sz="half" idx="2"/>
          </p:nvPr>
        </p:nvSpPr>
        <p:spPr>
          <a:xfrm>
            <a:off x="457200" y="5379219"/>
            <a:ext cx="2133600" cy="304271"/>
          </a:xfrm>
          <a:prstGeom prst="rect">
            <a:avLst/>
          </a:prstGeom>
        </p:spPr>
        <p:txBody>
          <a:bodyPr vert="horz" lIns="91440" tIns="45720" rIns="91440" bIns="45720" rtlCol="0" anchor="ctr"/>
          <a:lstStyle>
            <a:lvl1pPr algn="l">
              <a:defRPr sz="1200">
                <a:solidFill>
                  <a:schemeClr val="tx1">
                    <a:tint val="75000"/>
                  </a:schemeClr>
                </a:solidFill>
              </a:defRPr>
            </a:lvl1pPr>
          </a:lstStyle>
          <a:p>
            <a:fld id="{07481C06-B5EC-49F3-A717-B55AB6EFF92B}" type="datetime1">
              <a:rPr lang="en-US" smtClean="0"/>
              <a:pPr/>
              <a:t>6/22/2026</a:t>
            </a:fld>
            <a:endParaRPr lang="en-US"/>
          </a:p>
        </p:txBody>
      </p:sp>
      <p:sp>
        <p:nvSpPr>
          <p:cNvPr id="5" name="Footer Placeholder 4"/>
          <p:cNvSpPr>
            <a:spLocks noGrp="1"/>
          </p:cNvSpPr>
          <p:nvPr>
            <p:ph type="ftr" sz="quarter" idx="3"/>
          </p:nvPr>
        </p:nvSpPr>
        <p:spPr>
          <a:xfrm>
            <a:off x="3124200" y="5381043"/>
            <a:ext cx="2895600" cy="304271"/>
          </a:xfrm>
          <a:prstGeom prst="rect">
            <a:avLst/>
          </a:prstGeom>
        </p:spPr>
        <p:txBody>
          <a:bodyPr vert="horz" lIns="91440" tIns="45720" rIns="91440" bIns="45720" rtlCol="0" anchor="ctr"/>
          <a:lstStyle>
            <a:lvl1pPr algn="ctr">
              <a:defRPr sz="1200" b="1">
                <a:solidFill>
                  <a:schemeClr val="tx1"/>
                </a:solidFill>
              </a:defRPr>
            </a:lvl1pPr>
          </a:lstStyle>
          <a:p>
            <a:r>
              <a:rPr lang="en-US"/>
              <a:t>ISPACE</a:t>
            </a:r>
            <a:endParaRPr lang="en-US" dirty="0"/>
          </a:p>
        </p:txBody>
      </p:sp>
      <p:sp>
        <p:nvSpPr>
          <p:cNvPr id="6" name="Slide Number Placeholder 5"/>
          <p:cNvSpPr>
            <a:spLocks noGrp="1"/>
          </p:cNvSpPr>
          <p:nvPr>
            <p:ph type="sldNum" sz="quarter" idx="4"/>
          </p:nvPr>
        </p:nvSpPr>
        <p:spPr>
          <a:xfrm>
            <a:off x="6553200" y="5381043"/>
            <a:ext cx="2133600" cy="304271"/>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09" r:id="rId12"/>
    <p:sldLayoutId id="2147483723" r:id="rId13"/>
    <p:sldLayoutId id="2147483724" r:id="rId14"/>
  </p:sldLayoutIdLst>
  <p:transition spd="slow">
    <p:fade/>
  </p:transition>
  <p:hf hdr="0"/>
  <p:txStyles>
    <p:titleStyle>
      <a:lvl1pPr algn="ctr" defTabSz="914400" rtl="0" eaLnBrk="1" latinLnBrk="0" hangingPunct="1">
        <a:spcBef>
          <a:spcPct val="0"/>
        </a:spcBef>
        <a:buNone/>
        <a:defRPr sz="44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s://www.microchip.com/en-us/products/microcontrollers/8-bit-mcus/peripherals/system-flexibility/clb" TargetMode="Externa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44990"/>
            <a:ext cx="7772400" cy="1225021"/>
          </a:xfrm>
        </p:spPr>
        <p:txBody>
          <a:bodyPr>
            <a:normAutofit/>
          </a:bodyPr>
          <a:lstStyle/>
          <a:p>
            <a:r>
              <a:rPr lang="en-IN" dirty="0"/>
              <a:t>Project LED Playground</a:t>
            </a:r>
          </a:p>
        </p:txBody>
      </p:sp>
      <p:sp>
        <p:nvSpPr>
          <p:cNvPr id="3" name="Subtitle 2"/>
          <p:cNvSpPr>
            <a:spLocks noGrp="1"/>
          </p:cNvSpPr>
          <p:nvPr>
            <p:ph type="subTitle" idx="1"/>
          </p:nvPr>
        </p:nvSpPr>
        <p:spPr>
          <a:xfrm>
            <a:off x="0" y="4278316"/>
            <a:ext cx="2000264" cy="500066"/>
          </a:xfrm>
        </p:spPr>
        <p:txBody>
          <a:bodyPr anchor="ctr">
            <a:noAutofit/>
          </a:bodyPr>
          <a:lstStyle/>
          <a:p>
            <a:pPr algn="l"/>
            <a:r>
              <a:rPr lang="en-IN" sz="1400" b="1" dirty="0">
                <a:solidFill>
                  <a:schemeClr val="tx1"/>
                </a:solidFill>
              </a:rPr>
              <a:t>Date: 21/06/2026</a:t>
            </a:r>
          </a:p>
        </p:txBody>
      </p:sp>
      <p:sp>
        <p:nvSpPr>
          <p:cNvPr id="4" name="Subtitle 2"/>
          <p:cNvSpPr txBox="1">
            <a:spLocks/>
          </p:cNvSpPr>
          <p:nvPr/>
        </p:nvSpPr>
        <p:spPr>
          <a:xfrm>
            <a:off x="0" y="3857632"/>
            <a:ext cx="1985954" cy="484178"/>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400" b="1" i="0" u="none" strike="noStrike" kern="1200" cap="none" spc="0" normalizeH="0" baseline="0" noProof="0" dirty="0">
                <a:ln>
                  <a:noFill/>
                </a:ln>
                <a:solidFill>
                  <a:schemeClr val="tx1"/>
                </a:solidFill>
                <a:effectLst/>
                <a:uLnTx/>
                <a:uFillTx/>
                <a:latin typeface="+mn-lt"/>
                <a:ea typeface="+mn-ea"/>
                <a:cs typeface="+mn-cs"/>
              </a:rPr>
              <a:t>ISPACE</a:t>
            </a:r>
          </a:p>
        </p:txBody>
      </p:sp>
      <p:sp>
        <p:nvSpPr>
          <p:cNvPr id="5" name="Subtitle 2"/>
          <p:cNvSpPr txBox="1">
            <a:spLocks/>
          </p:cNvSpPr>
          <p:nvPr/>
        </p:nvSpPr>
        <p:spPr>
          <a:xfrm>
            <a:off x="-7155" y="4714888"/>
            <a:ext cx="2000264" cy="500066"/>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IN" sz="1400" b="1" dirty="0"/>
              <a:t>v </a:t>
            </a:r>
            <a:r>
              <a:rPr kumimoji="0" lang="en-IN" sz="1400" b="1" i="0" u="none" strike="noStrike" kern="1200" cap="none" spc="0" normalizeH="0" baseline="0" noProof="0" dirty="0">
                <a:ln>
                  <a:noFill/>
                </a:ln>
                <a:solidFill>
                  <a:schemeClr val="tx1"/>
                </a:solidFill>
                <a:effectLst/>
                <a:uLnTx/>
                <a:uFillTx/>
                <a:latin typeface="+mn-lt"/>
                <a:ea typeface="+mn-ea"/>
                <a:cs typeface="+mn-cs"/>
              </a:rPr>
              <a:t>0.1</a:t>
            </a:r>
          </a:p>
        </p:txBody>
      </p:sp>
      <p:sp>
        <p:nvSpPr>
          <p:cNvPr id="6" name="Title 1"/>
          <p:cNvSpPr txBox="1">
            <a:spLocks/>
          </p:cNvSpPr>
          <p:nvPr/>
        </p:nvSpPr>
        <p:spPr>
          <a:xfrm>
            <a:off x="485760" y="2918363"/>
            <a:ext cx="8172480" cy="1225021"/>
          </a:xfrm>
          <a:prstGeom prst="rect">
            <a:avLst/>
          </a:prstGeom>
        </p:spPr>
        <p:txBody>
          <a:bodyPr vert="horz" lIns="91440" tIns="45720" rIns="91440" bIns="45720" rtlCol="0" anchor="ctr">
            <a:noAutofit/>
          </a:bodyPr>
          <a:lstStyle/>
          <a:p>
            <a:pPr lvl="0" algn="ctr" defTabSz="914400">
              <a:spcBef>
                <a:spcPct val="0"/>
              </a:spcBef>
            </a:pPr>
            <a:r>
              <a:rPr lang="en-IN" sz="2000" b="1" dirty="0">
                <a:latin typeface="+mj-lt"/>
                <a:ea typeface="+mj-ea"/>
                <a:cs typeface="+mj-cs"/>
              </a:rPr>
              <a:t>A LED matrix display designed using Configuration Logic Blocks to create animations and emojis</a:t>
            </a:r>
            <a:endParaRPr kumimoji="0" lang="en-IN" sz="2000" b="1"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pPr algn="l"/>
            <a:r>
              <a:rPr lang="en-IN" sz="2800" dirty="0">
                <a:solidFill>
                  <a:schemeClr val="tx1"/>
                </a:solidFill>
              </a:rPr>
              <a:t>Version History</a:t>
            </a:r>
          </a:p>
        </p:txBody>
      </p:sp>
      <p:graphicFrame>
        <p:nvGraphicFramePr>
          <p:cNvPr id="8" name="Table 7"/>
          <p:cNvGraphicFramePr>
            <a:graphicFrameLocks noGrp="1"/>
          </p:cNvGraphicFramePr>
          <p:nvPr>
            <p:extLst>
              <p:ext uri="{D42A27DB-BD31-4B8C-83A1-F6EECF244321}">
                <p14:modId xmlns:p14="http://schemas.microsoft.com/office/powerpoint/2010/main" val="3886524299"/>
              </p:ext>
            </p:extLst>
          </p:nvPr>
        </p:nvGraphicFramePr>
        <p:xfrm>
          <a:off x="571472" y="1105226"/>
          <a:ext cx="8001056" cy="2194560"/>
        </p:xfrm>
        <a:graphic>
          <a:graphicData uri="http://schemas.openxmlformats.org/drawingml/2006/table">
            <a:tbl>
              <a:tblPr firstRow="1" bandRow="1">
                <a:tableStyleId>{8799B23B-EC83-4686-B30A-512413B5E67A}</a:tableStyleId>
              </a:tblPr>
              <a:tblGrid>
                <a:gridCol w="688160">
                  <a:extLst>
                    <a:ext uri="{9D8B030D-6E8A-4147-A177-3AD203B41FA5}">
                      <a16:colId xmlns:a16="http://schemas.microsoft.com/office/drawing/2014/main" val="20000"/>
                    </a:ext>
                  </a:extLst>
                </a:gridCol>
                <a:gridCol w="954914">
                  <a:extLst>
                    <a:ext uri="{9D8B030D-6E8A-4147-A177-3AD203B41FA5}">
                      <a16:colId xmlns:a16="http://schemas.microsoft.com/office/drawing/2014/main" val="20001"/>
                    </a:ext>
                  </a:extLst>
                </a:gridCol>
                <a:gridCol w="4214842">
                  <a:extLst>
                    <a:ext uri="{9D8B030D-6E8A-4147-A177-3AD203B41FA5}">
                      <a16:colId xmlns:a16="http://schemas.microsoft.com/office/drawing/2014/main" val="20002"/>
                    </a:ext>
                  </a:extLst>
                </a:gridCol>
                <a:gridCol w="2143140">
                  <a:extLst>
                    <a:ext uri="{9D8B030D-6E8A-4147-A177-3AD203B41FA5}">
                      <a16:colId xmlns:a16="http://schemas.microsoft.com/office/drawing/2014/main" val="20003"/>
                    </a:ext>
                  </a:extLst>
                </a:gridCol>
              </a:tblGrid>
              <a:tr h="183030">
                <a:tc>
                  <a:txBody>
                    <a:bodyPr/>
                    <a:lstStyle/>
                    <a:p>
                      <a:pPr algn="ctr"/>
                      <a:r>
                        <a:rPr lang="en-IN" sz="1200" dirty="0"/>
                        <a:t>Version</a:t>
                      </a:r>
                    </a:p>
                  </a:txBody>
                  <a:tcPr anchor="ctr"/>
                </a:tc>
                <a:tc>
                  <a:txBody>
                    <a:bodyPr/>
                    <a:lstStyle/>
                    <a:p>
                      <a:pPr algn="ctr"/>
                      <a:r>
                        <a:rPr lang="en-IN" sz="1200" dirty="0"/>
                        <a:t>Date</a:t>
                      </a:r>
                    </a:p>
                  </a:txBody>
                  <a:tcPr anchor="ctr"/>
                </a:tc>
                <a:tc>
                  <a:txBody>
                    <a:bodyPr/>
                    <a:lstStyle/>
                    <a:p>
                      <a:pPr algn="ctr"/>
                      <a:r>
                        <a:rPr lang="en-IN" sz="1200" dirty="0"/>
                        <a:t>Description</a:t>
                      </a:r>
                    </a:p>
                  </a:txBody>
                  <a:tcPr anchor="ctr"/>
                </a:tc>
                <a:tc>
                  <a:txBody>
                    <a:bodyPr/>
                    <a:lstStyle/>
                    <a:p>
                      <a:pPr algn="ctr"/>
                      <a:r>
                        <a:rPr lang="en-IN" sz="1200" dirty="0"/>
                        <a:t>Remarks</a:t>
                      </a:r>
                    </a:p>
                  </a:txBody>
                  <a:tcPr anchor="ctr"/>
                </a:tc>
                <a:extLst>
                  <a:ext uri="{0D108BD9-81ED-4DB2-BD59-A6C34878D82A}">
                    <a16:rowId xmlns:a16="http://schemas.microsoft.com/office/drawing/2014/main" val="10000"/>
                  </a:ext>
                </a:extLst>
              </a:tr>
              <a:tr h="183030">
                <a:tc>
                  <a:txBody>
                    <a:bodyPr/>
                    <a:lstStyle/>
                    <a:p>
                      <a:pPr algn="ctr"/>
                      <a:r>
                        <a:rPr lang="en-IN" sz="1200" dirty="0"/>
                        <a:t>0.1</a:t>
                      </a:r>
                    </a:p>
                  </a:txBody>
                  <a:tcPr anchor="ctr"/>
                </a:tc>
                <a:tc>
                  <a:txBody>
                    <a:bodyPr/>
                    <a:lstStyle/>
                    <a:p>
                      <a:r>
                        <a:rPr lang="en-IN" sz="1200" dirty="0"/>
                        <a:t>21-06-2026</a:t>
                      </a:r>
                    </a:p>
                  </a:txBody>
                  <a:tcPr anchor="ctr"/>
                </a:tc>
                <a:tc>
                  <a:txBody>
                    <a:bodyPr/>
                    <a:lstStyle/>
                    <a:p>
                      <a:r>
                        <a:rPr lang="en-IN" sz="1200" dirty="0"/>
                        <a:t>Initial</a:t>
                      </a:r>
                      <a:r>
                        <a:rPr lang="en-IN" sz="1200" baseline="0" dirty="0"/>
                        <a:t> draft</a:t>
                      </a:r>
                      <a:endParaRPr lang="en-IN" sz="1200" dirty="0"/>
                    </a:p>
                  </a:txBody>
                  <a:tcPr anchor="ctr"/>
                </a:tc>
                <a:tc>
                  <a:txBody>
                    <a:bodyPr/>
                    <a:lstStyle/>
                    <a:p>
                      <a:endParaRPr lang="en-IN" sz="1200" dirty="0"/>
                    </a:p>
                  </a:txBody>
                  <a:tcPr anchor="ctr"/>
                </a:tc>
                <a:extLst>
                  <a:ext uri="{0D108BD9-81ED-4DB2-BD59-A6C34878D82A}">
                    <a16:rowId xmlns:a16="http://schemas.microsoft.com/office/drawing/2014/main" val="10001"/>
                  </a:ext>
                </a:extLst>
              </a:tr>
              <a:tr h="183030">
                <a:tc>
                  <a:txBody>
                    <a:bodyPr/>
                    <a:lstStyle/>
                    <a:p>
                      <a:pPr algn="ctr"/>
                      <a:endParaRPr lang="en-IN" sz="1200" dirty="0"/>
                    </a:p>
                  </a:txBody>
                  <a:tcPr anchor="ctr"/>
                </a:tc>
                <a:tc>
                  <a:txBody>
                    <a:bodyPr/>
                    <a:lstStyle/>
                    <a:p>
                      <a:endParaRPr lang="en-IN" sz="1200" dirty="0"/>
                    </a:p>
                  </a:txBody>
                  <a:tcPr anchor="ctr"/>
                </a:tc>
                <a:tc>
                  <a:txBody>
                    <a:bodyPr/>
                    <a:lstStyle/>
                    <a:p>
                      <a:endParaRPr lang="en-IN" sz="1200" dirty="0"/>
                    </a:p>
                  </a:txBody>
                  <a:tcPr anchor="ctr"/>
                </a:tc>
                <a:tc>
                  <a:txBody>
                    <a:bodyPr/>
                    <a:lstStyle/>
                    <a:p>
                      <a:endParaRPr lang="en-IN" sz="1200" dirty="0"/>
                    </a:p>
                  </a:txBody>
                  <a:tcPr anchor="ctr"/>
                </a:tc>
                <a:extLst>
                  <a:ext uri="{0D108BD9-81ED-4DB2-BD59-A6C34878D82A}">
                    <a16:rowId xmlns:a16="http://schemas.microsoft.com/office/drawing/2014/main" val="10002"/>
                  </a:ext>
                </a:extLst>
              </a:tr>
              <a:tr h="183030">
                <a:tc>
                  <a:txBody>
                    <a:bodyPr/>
                    <a:lstStyle/>
                    <a:p>
                      <a:pPr algn="ctr"/>
                      <a:endParaRPr lang="en-IN" sz="1200" dirty="0"/>
                    </a:p>
                  </a:txBody>
                  <a:tcPr anchor="ctr"/>
                </a:tc>
                <a:tc>
                  <a:txBody>
                    <a:bodyPr/>
                    <a:lstStyle/>
                    <a:p>
                      <a:endParaRPr lang="en-IN" sz="1200" dirty="0"/>
                    </a:p>
                  </a:txBody>
                  <a:tcPr anchor="ctr"/>
                </a:tc>
                <a:tc>
                  <a:txBody>
                    <a:bodyPr/>
                    <a:lstStyle/>
                    <a:p>
                      <a:endParaRPr lang="en-IN" sz="1200" dirty="0"/>
                    </a:p>
                  </a:txBody>
                  <a:tcPr anchor="ctr"/>
                </a:tc>
                <a:tc>
                  <a:txBody>
                    <a:bodyPr/>
                    <a:lstStyle/>
                    <a:p>
                      <a:endParaRPr lang="en-IN" sz="1200" dirty="0"/>
                    </a:p>
                  </a:txBody>
                  <a:tcPr anchor="ctr"/>
                </a:tc>
                <a:extLst>
                  <a:ext uri="{0D108BD9-81ED-4DB2-BD59-A6C34878D82A}">
                    <a16:rowId xmlns:a16="http://schemas.microsoft.com/office/drawing/2014/main" val="10003"/>
                  </a:ext>
                </a:extLst>
              </a:tr>
              <a:tr h="183030">
                <a:tc>
                  <a:txBody>
                    <a:bodyPr/>
                    <a:lstStyle/>
                    <a:p>
                      <a:pPr marL="0" algn="ctr" defTabSz="914400" rtl="0" eaLnBrk="1" latinLnBrk="0" hangingPunct="1"/>
                      <a:endParaRPr lang="en-IN" sz="1200" kern="1200" dirty="0">
                        <a:solidFill>
                          <a:schemeClr val="tx1"/>
                        </a:solidFill>
                        <a:latin typeface="+mn-lt"/>
                        <a:ea typeface="+mn-ea"/>
                        <a:cs typeface="+mn-cs"/>
                      </a:endParaRPr>
                    </a:p>
                  </a:txBody>
                  <a:tcPr anchor="ctr"/>
                </a:tc>
                <a:tc>
                  <a:txBody>
                    <a:bodyPr/>
                    <a:lstStyle/>
                    <a:p>
                      <a:pPr marL="0" algn="l" defTabSz="914400" rtl="0" eaLnBrk="1" latinLnBrk="0" hangingPunct="1"/>
                      <a:endParaRPr lang="en-IN" sz="1200" kern="1200" dirty="0">
                        <a:solidFill>
                          <a:schemeClr val="tx1"/>
                        </a:solidFill>
                        <a:latin typeface="+mn-lt"/>
                        <a:ea typeface="+mn-ea"/>
                        <a:cs typeface="+mn-cs"/>
                      </a:endParaRPr>
                    </a:p>
                  </a:txBody>
                  <a:tcPr anchor="ctr"/>
                </a:tc>
                <a:tc>
                  <a:txBody>
                    <a:bodyPr/>
                    <a:lstStyle/>
                    <a:p>
                      <a:pPr marL="0" algn="l" defTabSz="914400" rtl="0" eaLnBrk="1" latinLnBrk="0" hangingPunct="1"/>
                      <a:endParaRPr lang="en-IN" sz="1200" kern="1200" dirty="0">
                        <a:solidFill>
                          <a:schemeClr val="tx1"/>
                        </a:solidFill>
                        <a:latin typeface="+mn-lt"/>
                        <a:ea typeface="+mn-ea"/>
                        <a:cs typeface="+mn-cs"/>
                      </a:endParaRPr>
                    </a:p>
                  </a:txBody>
                  <a:tcPr anchor="ctr"/>
                </a:tc>
                <a:tc>
                  <a:txBody>
                    <a:bodyPr/>
                    <a:lstStyle/>
                    <a:p>
                      <a:pPr marL="0" algn="l" defTabSz="914400" rtl="0" eaLnBrk="1" latinLnBrk="0" hangingPunct="1"/>
                      <a:endParaRPr lang="en-IN" sz="1200" kern="1200" dirty="0">
                        <a:solidFill>
                          <a:schemeClr val="tx1"/>
                        </a:solidFill>
                        <a:latin typeface="+mn-lt"/>
                        <a:ea typeface="+mn-ea"/>
                        <a:cs typeface="+mn-cs"/>
                      </a:endParaRPr>
                    </a:p>
                  </a:txBody>
                  <a:tcPr anchor="ctr"/>
                </a:tc>
                <a:extLst>
                  <a:ext uri="{0D108BD9-81ED-4DB2-BD59-A6C34878D82A}">
                    <a16:rowId xmlns:a16="http://schemas.microsoft.com/office/drawing/2014/main" val="10004"/>
                  </a:ext>
                </a:extLst>
              </a:tr>
              <a:tr h="183030">
                <a:tc>
                  <a:txBody>
                    <a:bodyPr/>
                    <a:lstStyle/>
                    <a:p>
                      <a:pPr algn="ctr"/>
                      <a:endParaRPr lang="en-IN" sz="1200" dirty="0"/>
                    </a:p>
                  </a:txBody>
                  <a:tcPr anchor="ctr"/>
                </a:tc>
                <a:tc>
                  <a:txBody>
                    <a:bodyPr/>
                    <a:lstStyle/>
                    <a:p>
                      <a:endParaRPr lang="en-IN" sz="1200" dirty="0"/>
                    </a:p>
                  </a:txBody>
                  <a:tcPr anchor="ctr"/>
                </a:tc>
                <a:tc>
                  <a:txBody>
                    <a:bodyPr/>
                    <a:lstStyle/>
                    <a:p>
                      <a:endParaRPr lang="en-IN" sz="1200" dirty="0"/>
                    </a:p>
                  </a:txBody>
                  <a:tcPr anchor="ctr"/>
                </a:tc>
                <a:tc>
                  <a:txBody>
                    <a:bodyPr/>
                    <a:lstStyle/>
                    <a:p>
                      <a:endParaRPr lang="en-IN" sz="1200" dirty="0"/>
                    </a:p>
                  </a:txBody>
                  <a:tcPr anchor="ctr"/>
                </a:tc>
                <a:extLst>
                  <a:ext uri="{0D108BD9-81ED-4DB2-BD59-A6C34878D82A}">
                    <a16:rowId xmlns:a16="http://schemas.microsoft.com/office/drawing/2014/main" val="10005"/>
                  </a:ext>
                </a:extLst>
              </a:tr>
              <a:tr h="183030">
                <a:tc>
                  <a:txBody>
                    <a:bodyPr/>
                    <a:lstStyle/>
                    <a:p>
                      <a:pPr algn="ctr"/>
                      <a:endParaRPr lang="en-IN" sz="1200" dirty="0"/>
                    </a:p>
                  </a:txBody>
                  <a:tcPr anchor="ctr"/>
                </a:tc>
                <a:tc>
                  <a:txBody>
                    <a:bodyPr/>
                    <a:lstStyle/>
                    <a:p>
                      <a:endParaRPr lang="en-IN" sz="1200" dirty="0"/>
                    </a:p>
                  </a:txBody>
                  <a:tcPr anchor="ctr"/>
                </a:tc>
                <a:tc>
                  <a:txBody>
                    <a:bodyPr/>
                    <a:lstStyle/>
                    <a:p>
                      <a:endParaRPr lang="en-IN" sz="1200" dirty="0"/>
                    </a:p>
                  </a:txBody>
                  <a:tcPr anchor="ctr"/>
                </a:tc>
                <a:tc>
                  <a:txBody>
                    <a:bodyPr/>
                    <a:lstStyle/>
                    <a:p>
                      <a:endParaRPr lang="en-IN" sz="1200" dirty="0"/>
                    </a:p>
                  </a:txBody>
                  <a:tcPr anchor="ctr"/>
                </a:tc>
                <a:extLst>
                  <a:ext uri="{0D108BD9-81ED-4DB2-BD59-A6C34878D82A}">
                    <a16:rowId xmlns:a16="http://schemas.microsoft.com/office/drawing/2014/main" val="10006"/>
                  </a:ext>
                </a:extLst>
              </a:tr>
              <a:tr h="183030">
                <a:tc>
                  <a:txBody>
                    <a:bodyPr/>
                    <a:lstStyle/>
                    <a:p>
                      <a:pPr algn="ctr"/>
                      <a:endParaRPr lang="en-IN" sz="1200" dirty="0"/>
                    </a:p>
                  </a:txBody>
                  <a:tcPr anchor="ctr"/>
                </a:tc>
                <a:tc>
                  <a:txBody>
                    <a:bodyPr/>
                    <a:lstStyle/>
                    <a:p>
                      <a:endParaRPr lang="en-IN" sz="1200" dirty="0"/>
                    </a:p>
                  </a:txBody>
                  <a:tcPr anchor="ctr"/>
                </a:tc>
                <a:tc>
                  <a:txBody>
                    <a:bodyPr/>
                    <a:lstStyle/>
                    <a:p>
                      <a:endParaRPr lang="en-IN" sz="1200" dirty="0"/>
                    </a:p>
                  </a:txBody>
                  <a:tcPr anchor="ctr"/>
                </a:tc>
                <a:tc>
                  <a:txBody>
                    <a:bodyPr/>
                    <a:lstStyle/>
                    <a:p>
                      <a:endParaRPr lang="en-IN" sz="1200" dirty="0"/>
                    </a:p>
                  </a:txBody>
                  <a:tcPr anchor="ctr"/>
                </a:tc>
                <a:extLst>
                  <a:ext uri="{0D108BD9-81ED-4DB2-BD59-A6C34878D82A}">
                    <a16:rowId xmlns:a16="http://schemas.microsoft.com/office/drawing/2014/main" val="10007"/>
                  </a:ext>
                </a:extLst>
              </a:tr>
            </a:tbl>
          </a:graphicData>
        </a:graphic>
      </p:graphicFrame>
      <p:sp>
        <p:nvSpPr>
          <p:cNvPr id="9" name="Date Placeholder 8"/>
          <p:cNvSpPr>
            <a:spLocks noGrp="1"/>
          </p:cNvSpPr>
          <p:nvPr>
            <p:ph type="dt" sz="half" idx="10"/>
          </p:nvPr>
        </p:nvSpPr>
        <p:spPr/>
        <p:txBody>
          <a:bodyPr/>
          <a:lstStyle/>
          <a:p>
            <a:fld id="{B63A4781-F310-40F8-9F7D-B40F8FCBB97D}" type="datetime1">
              <a:rPr lang="en-US" smtClean="0"/>
              <a:pPr/>
              <a:t>6/22/2026</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2</a:t>
            </a:fld>
            <a:endParaRPr lang="en-US"/>
          </a:p>
        </p:txBody>
      </p:sp>
      <p:sp>
        <p:nvSpPr>
          <p:cNvPr id="11" name="Footer Placeholder 10"/>
          <p:cNvSpPr>
            <a:spLocks noGrp="1"/>
          </p:cNvSpPr>
          <p:nvPr>
            <p:ph type="ftr" sz="quarter" idx="11"/>
          </p:nvPr>
        </p:nvSpPr>
        <p:spPr/>
        <p:txBody>
          <a:bodyPr/>
          <a:lstStyle/>
          <a:p>
            <a:r>
              <a:rPr lang="en-US"/>
              <a:t>ISPACE</a:t>
            </a:r>
            <a:endParaRPr lang="en-US" dirty="0"/>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2800" dirty="0">
                <a:solidFill>
                  <a:schemeClr val="tx1"/>
                </a:solidFill>
              </a:rPr>
              <a:t>Introduction</a:t>
            </a:r>
          </a:p>
        </p:txBody>
      </p:sp>
      <p:sp>
        <p:nvSpPr>
          <p:cNvPr id="9" name="Content Placeholder 8"/>
          <p:cNvSpPr>
            <a:spLocks noGrp="1"/>
          </p:cNvSpPr>
          <p:nvPr>
            <p:ph idx="1"/>
          </p:nvPr>
        </p:nvSpPr>
        <p:spPr>
          <a:xfrm>
            <a:off x="142860" y="2929507"/>
            <a:ext cx="8858280" cy="2428323"/>
          </a:xfrm>
        </p:spPr>
        <p:txBody>
          <a:bodyPr>
            <a:normAutofit/>
          </a:bodyPr>
          <a:lstStyle/>
          <a:p>
            <a:pPr algn="just"/>
            <a:r>
              <a:rPr lang="en-US" sz="1200" dirty="0"/>
              <a:t>There are many ready-made LED matrices available online that are simple to use and low-cost. However, the intention behind designing one from scratch is to understand the adaptation of CLB technology in generic applications for achieving lower cost and better battery performance</a:t>
            </a:r>
            <a:r>
              <a:rPr lang="en-IN" sz="1200" dirty="0"/>
              <a:t>.</a:t>
            </a:r>
          </a:p>
          <a:p>
            <a:pPr algn="just"/>
            <a:r>
              <a:rPr lang="en-IN" sz="1200" dirty="0"/>
              <a:t>The design will be based on Microchip’s latest </a:t>
            </a:r>
            <a:r>
              <a:rPr lang="en-IN" sz="1200" dirty="0">
                <a:hlinkClick r:id="rId2"/>
              </a:rPr>
              <a:t>CLB</a:t>
            </a:r>
            <a:r>
              <a:rPr lang="en-IN" sz="1200" dirty="0"/>
              <a:t> MCU (PIC18F26). </a:t>
            </a:r>
            <a:r>
              <a:rPr lang="en-US" sz="1200" dirty="0"/>
              <a:t>Since CLB was introduced only recently, it is still relatively unknown to the wider engineering community, mainly because its adoption has been limited to niche application</a:t>
            </a:r>
            <a:r>
              <a:rPr lang="en-IN" sz="1200" dirty="0"/>
              <a:t>. </a:t>
            </a:r>
          </a:p>
          <a:p>
            <a:pPr algn="just"/>
            <a:r>
              <a:rPr lang="en-US" sz="1200" dirty="0"/>
              <a:t>The CLB is a reconfigurable digital logic module, similar to a CPLD, that is integrated into the microcontroller (MCU) and performs hardware-based digital logic independent of the CPU. This results in fast and predictable response times for a diverse range of applications, such as automotive and industrial. </a:t>
            </a:r>
          </a:p>
          <a:p>
            <a:pPr algn="just"/>
            <a:r>
              <a:rPr lang="en-US" sz="1200" dirty="0"/>
              <a:t>The CLB enables much larger hardware-based digital logic designs than previously possible on an MCU (up to 128 Basic Logic Elements, or BLEs) and is also capable of operating in sleep mode, allowing complex processing to occur with very low power consumption.</a:t>
            </a:r>
          </a:p>
          <a:p>
            <a:pPr algn="just"/>
            <a:r>
              <a:rPr lang="en-US" sz="1200" dirty="0"/>
              <a:t>…</a:t>
            </a:r>
          </a:p>
        </p:txBody>
      </p:sp>
      <p:sp>
        <p:nvSpPr>
          <p:cNvPr id="3" name="Date Placeholder 2"/>
          <p:cNvSpPr>
            <a:spLocks noGrp="1"/>
          </p:cNvSpPr>
          <p:nvPr>
            <p:ph type="dt" sz="half" idx="10"/>
          </p:nvPr>
        </p:nvSpPr>
        <p:spPr/>
        <p:txBody>
          <a:bodyPr/>
          <a:lstStyle/>
          <a:p>
            <a:fld id="{2218C6FB-87CD-49EA-A0B8-02F3807F2FF4}" type="datetime1">
              <a:rPr lang="en-US" smtClean="0"/>
              <a:pPr/>
              <a:t>6/22/2026</a:t>
            </a:fld>
            <a:endParaRPr lang="en-US" dirty="0"/>
          </a:p>
        </p:txBody>
      </p:sp>
      <p:sp>
        <p:nvSpPr>
          <p:cNvPr id="7" name="Footer Placeholder 6"/>
          <p:cNvSpPr>
            <a:spLocks noGrp="1"/>
          </p:cNvSpPr>
          <p:nvPr>
            <p:ph type="ftr" sz="quarter" idx="11"/>
          </p:nvPr>
        </p:nvSpPr>
        <p:spPr/>
        <p:txBody>
          <a:bodyPr/>
          <a:lstStyle/>
          <a:p>
            <a:r>
              <a:rPr lang="en-US"/>
              <a:t>ISPACE</a:t>
            </a:r>
            <a:endParaRPr lang="en-US" dirty="0"/>
          </a:p>
        </p:txBody>
      </p:sp>
      <p:sp>
        <p:nvSpPr>
          <p:cNvPr id="8" name="Slide Number Placeholder 7"/>
          <p:cNvSpPr>
            <a:spLocks noGrp="1"/>
          </p:cNvSpPr>
          <p:nvPr>
            <p:ph type="sldNum" sz="quarter" idx="12"/>
          </p:nvPr>
        </p:nvSpPr>
        <p:spPr/>
        <p:txBody>
          <a:bodyPr/>
          <a:lstStyle/>
          <a:p>
            <a:fld id="{B6F15528-21DE-4FAA-801E-634DDDAF4B2B}" type="slidenum">
              <a:rPr lang="en-US" smtClean="0"/>
              <a:pPr/>
              <a:t>3</a:t>
            </a:fld>
            <a:endParaRPr lang="en-US"/>
          </a:p>
        </p:txBody>
      </p:sp>
      <p:sp>
        <p:nvSpPr>
          <p:cNvPr id="4098" name="AutoShape 2" descr="Earthquake Stock Illustration - Download Image Now - Earthquake, Damaged,  House - iStoc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4" name="Picture 2" descr="RP2040 RGB LED Matrix Tiny MCU Board Based On Raspberry Pi RP2040  Microcontroller Chip with 5×5 RGB LED Matrix for Colorful Lighting Display,  with USB Type-C Port,Support Arduino,C/C++, MicroPython : Amazon.in:  Computers">
            <a:extLst>
              <a:ext uri="{FF2B5EF4-FFF2-40B4-BE49-F238E27FC236}">
                <a16:creationId xmlns:a16="http://schemas.microsoft.com/office/drawing/2014/main" id="{8B3AA44A-9FB6-8B76-8D85-0AEDB81BB50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6136" y="1106932"/>
            <a:ext cx="2449860" cy="16167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dafruit 15x7 CharliePlex LED Matrix DisplayFeatherWing-Red: 開発ツール・ボード  秋月電子通商-電子部品・ネット通販">
            <a:extLst>
              <a:ext uri="{FF2B5EF4-FFF2-40B4-BE49-F238E27FC236}">
                <a16:creationId xmlns:a16="http://schemas.microsoft.com/office/drawing/2014/main" id="{E9F9643B-59EA-171D-39A8-3CFBBC46DB5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738" t="18892" r="14522" b="14298"/>
          <a:stretch/>
        </p:blipFill>
        <p:spPr bwMode="auto">
          <a:xfrm>
            <a:off x="1329917" y="1191094"/>
            <a:ext cx="2163686" cy="153261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8AEEB0C8-DDA9-6D76-F32C-18B82A20DCFD}"/>
              </a:ext>
            </a:extLst>
          </p:cNvPr>
          <p:cNvSpPr/>
          <p:nvPr/>
        </p:nvSpPr>
        <p:spPr>
          <a:xfrm>
            <a:off x="7164288" y="5143516"/>
            <a:ext cx="1908306" cy="1428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dirty="0">
                <a:solidFill>
                  <a:srgbClr val="FF0000"/>
                </a:solidFill>
              </a:rPr>
              <a:t>Image courtesy: Adafruit, </a:t>
            </a:r>
            <a:r>
              <a:rPr lang="en-IN" sz="900" dirty="0" err="1">
                <a:solidFill>
                  <a:srgbClr val="FF0000"/>
                </a:solidFill>
              </a:rPr>
              <a:t>Waveshare</a:t>
            </a:r>
            <a:endParaRPr lang="en-IN" sz="900" dirty="0">
              <a:solidFill>
                <a:srgbClr val="FF0000"/>
              </a:solidFill>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62DE450-3731-4FAA-B1A4-262C0CF065F4}" type="datetime1">
              <a:rPr lang="en-US" smtClean="0"/>
              <a:pPr/>
              <a:t>6/22/2026</a:t>
            </a:fld>
            <a:endParaRPr lang="en-US"/>
          </a:p>
        </p:txBody>
      </p:sp>
      <p:sp>
        <p:nvSpPr>
          <p:cNvPr id="5" name="Footer Placeholder 4"/>
          <p:cNvSpPr>
            <a:spLocks noGrp="1"/>
          </p:cNvSpPr>
          <p:nvPr>
            <p:ph type="ftr" sz="quarter" idx="11"/>
          </p:nvPr>
        </p:nvSpPr>
        <p:spPr/>
        <p:txBody>
          <a:bodyPr/>
          <a:lstStyle/>
          <a:p>
            <a:r>
              <a:rPr lang="en-US"/>
              <a:t>ISPACE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
        <p:nvSpPr>
          <p:cNvPr id="7" name="TextBox 6"/>
          <p:cNvSpPr txBox="1"/>
          <p:nvPr/>
        </p:nvSpPr>
        <p:spPr>
          <a:xfrm>
            <a:off x="2143108" y="2395835"/>
            <a:ext cx="4857784" cy="923330"/>
          </a:xfrm>
          <a:prstGeom prst="rect">
            <a:avLst/>
          </a:prstGeom>
          <a:noFill/>
        </p:spPr>
        <p:txBody>
          <a:bodyPr wrap="square" rtlCol="0">
            <a:spAutoFit/>
          </a:bodyPr>
          <a:lstStyle/>
          <a:p>
            <a:pPr algn="ctr"/>
            <a:r>
              <a:rPr lang="en-IN" sz="5400" b="1" dirty="0">
                <a:solidFill>
                  <a:srgbClr val="00B050"/>
                </a:solidFill>
              </a:rPr>
              <a:t>V0.1</a:t>
            </a: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2800" dirty="0">
                <a:solidFill>
                  <a:schemeClr val="tx1"/>
                </a:solidFill>
              </a:rPr>
              <a:t>V0.1 Implementation</a:t>
            </a:r>
          </a:p>
        </p:txBody>
      </p:sp>
      <p:sp>
        <p:nvSpPr>
          <p:cNvPr id="3" name="Date Placeholder 2"/>
          <p:cNvSpPr>
            <a:spLocks noGrp="1"/>
          </p:cNvSpPr>
          <p:nvPr>
            <p:ph type="dt" sz="half" idx="10"/>
          </p:nvPr>
        </p:nvSpPr>
        <p:spPr/>
        <p:txBody>
          <a:bodyPr/>
          <a:lstStyle/>
          <a:p>
            <a:fld id="{8D12EC46-F5D3-4572-AED1-9CCC8CB80B60}" type="datetime1">
              <a:rPr lang="en-US" smtClean="0"/>
              <a:pPr/>
              <a:t>6/22/2026</a:t>
            </a:fld>
            <a:endParaRPr lang="en-US" dirty="0"/>
          </a:p>
        </p:txBody>
      </p:sp>
      <p:sp>
        <p:nvSpPr>
          <p:cNvPr id="1026" name="AutoShape 2" descr="Crompton MINI MASTER I Residential Water Pump Self Priming Regenerative 1  HP Single Phase : Amazon.in: Garden &amp; Outdoor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028" name="AutoShape 4" descr="Crompton MINI MASTER I Residential Water Pump Self Priming Regenerative 1  HP Single Phase : Amazon.in: Garden &amp; Outdoor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030" name="AutoShape 6" descr="Buy-Kirloskar Single Phase 1 HP 25x25mm Monoblock Pump-Popular  (1HP)-Industrykart.co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22530" name="AutoShape 2" descr="ZB129 TERMINAL BLOCK PCB PBT 2 PIN STRAIGHT 5mm PITCH 15A – Emerging  Technologi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1" name="Footer Placeholder 10"/>
          <p:cNvSpPr>
            <a:spLocks noGrp="1"/>
          </p:cNvSpPr>
          <p:nvPr>
            <p:ph type="ftr" sz="quarter" idx="11"/>
          </p:nvPr>
        </p:nvSpPr>
        <p:spPr/>
        <p:txBody>
          <a:bodyPr/>
          <a:lstStyle/>
          <a:p>
            <a:r>
              <a:rPr lang="en-US"/>
              <a:t>ISPACE</a:t>
            </a:r>
            <a:endParaRPr lang="en-US" dirty="0"/>
          </a:p>
        </p:txBody>
      </p:sp>
      <p:sp>
        <p:nvSpPr>
          <p:cNvPr id="12" name="Slide Number Placeholder 11"/>
          <p:cNvSpPr>
            <a:spLocks noGrp="1"/>
          </p:cNvSpPr>
          <p:nvPr>
            <p:ph type="sldNum" sz="quarter" idx="12"/>
          </p:nvPr>
        </p:nvSpPr>
        <p:spPr/>
        <p:txBody>
          <a:bodyPr/>
          <a:lstStyle/>
          <a:p>
            <a:fld id="{B6F15528-21DE-4FAA-801E-634DDDAF4B2B}" type="slidenum">
              <a:rPr lang="en-US" smtClean="0"/>
              <a:pPr/>
              <a:t>5</a:t>
            </a:fld>
            <a:endParaRPr lang="en-US"/>
          </a:p>
        </p:txBody>
      </p:sp>
      <p:sp>
        <p:nvSpPr>
          <p:cNvPr id="199" name="TextBox 198"/>
          <p:cNvSpPr txBox="1"/>
          <p:nvPr/>
        </p:nvSpPr>
        <p:spPr>
          <a:xfrm>
            <a:off x="71406" y="5111609"/>
            <a:ext cx="2500330" cy="246221"/>
          </a:xfrm>
          <a:prstGeom prst="rect">
            <a:avLst/>
          </a:prstGeom>
          <a:noFill/>
        </p:spPr>
        <p:txBody>
          <a:bodyPr wrap="square" rtlCol="0">
            <a:spAutoFit/>
          </a:bodyPr>
          <a:lstStyle/>
          <a:p>
            <a:r>
              <a:rPr lang="en-IN" sz="1000" dirty="0">
                <a:solidFill>
                  <a:srgbClr val="FF0000"/>
                </a:solidFill>
              </a:rPr>
              <a:t>*design may vary during implementation</a:t>
            </a:r>
          </a:p>
        </p:txBody>
      </p:sp>
      <p:sp>
        <p:nvSpPr>
          <p:cNvPr id="4" name="Rectangle 3">
            <a:extLst>
              <a:ext uri="{FF2B5EF4-FFF2-40B4-BE49-F238E27FC236}">
                <a16:creationId xmlns:a16="http://schemas.microsoft.com/office/drawing/2014/main" id="{21745333-C25C-8110-9F15-83744CFEBEB3}"/>
              </a:ext>
            </a:extLst>
          </p:cNvPr>
          <p:cNvSpPr>
            <a:spLocks/>
          </p:cNvSpPr>
          <p:nvPr/>
        </p:nvSpPr>
        <p:spPr>
          <a:xfrm>
            <a:off x="1064168" y="1704999"/>
            <a:ext cx="2634292" cy="217820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163" name="Left Brace 162">
            <a:extLst>
              <a:ext uri="{FF2B5EF4-FFF2-40B4-BE49-F238E27FC236}">
                <a16:creationId xmlns:a16="http://schemas.microsoft.com/office/drawing/2014/main" id="{001DB777-42EB-37CD-DF9D-6B5E0313C4C2}"/>
              </a:ext>
            </a:extLst>
          </p:cNvPr>
          <p:cNvSpPr/>
          <p:nvPr/>
        </p:nvSpPr>
        <p:spPr>
          <a:xfrm>
            <a:off x="746218" y="1705784"/>
            <a:ext cx="288032" cy="2177423"/>
          </a:xfrm>
          <a:prstGeom prst="leftBrac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64" name="Left Brace 163">
            <a:extLst>
              <a:ext uri="{FF2B5EF4-FFF2-40B4-BE49-F238E27FC236}">
                <a16:creationId xmlns:a16="http://schemas.microsoft.com/office/drawing/2014/main" id="{66058A30-FF40-F46F-5629-319D6355A38D}"/>
              </a:ext>
            </a:extLst>
          </p:cNvPr>
          <p:cNvSpPr/>
          <p:nvPr/>
        </p:nvSpPr>
        <p:spPr>
          <a:xfrm rot="16200000">
            <a:off x="2237300" y="2745047"/>
            <a:ext cx="288032" cy="2634293"/>
          </a:xfrm>
          <a:prstGeom prst="leftBrac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nvGrpSpPr>
          <p:cNvPr id="192" name="Group 191">
            <a:extLst>
              <a:ext uri="{FF2B5EF4-FFF2-40B4-BE49-F238E27FC236}">
                <a16:creationId xmlns:a16="http://schemas.microsoft.com/office/drawing/2014/main" id="{C5EBF684-11DF-CAB8-6066-DF194901750F}"/>
              </a:ext>
            </a:extLst>
          </p:cNvPr>
          <p:cNvGrpSpPr/>
          <p:nvPr/>
        </p:nvGrpSpPr>
        <p:grpSpPr>
          <a:xfrm>
            <a:off x="1131151" y="2227023"/>
            <a:ext cx="2031168" cy="144000"/>
            <a:chOff x="1498832" y="1633364"/>
            <a:chExt cx="2031168" cy="144000"/>
          </a:xfrm>
          <a:solidFill>
            <a:schemeClr val="accent6">
              <a:lumMod val="40000"/>
              <a:lumOff val="60000"/>
            </a:schemeClr>
          </a:solidFill>
        </p:grpSpPr>
        <p:sp>
          <p:nvSpPr>
            <p:cNvPr id="15" name="Rectangle 14">
              <a:extLst>
                <a:ext uri="{FF2B5EF4-FFF2-40B4-BE49-F238E27FC236}">
                  <a16:creationId xmlns:a16="http://schemas.microsoft.com/office/drawing/2014/main" id="{1DB33FA5-7D70-7569-DDD4-486AA64CFAD9}"/>
                </a:ext>
              </a:extLst>
            </p:cNvPr>
            <p:cNvSpPr/>
            <p:nvPr/>
          </p:nvSpPr>
          <p:spPr>
            <a:xfrm>
              <a:off x="1498832" y="1633364"/>
              <a:ext cx="144000" cy="144000"/>
            </a:xfrm>
            <a:prstGeom prst="rect">
              <a:avLst/>
            </a:prstGeom>
            <a:grp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166" name="Rectangle 165">
              <a:extLst>
                <a:ext uri="{FF2B5EF4-FFF2-40B4-BE49-F238E27FC236}">
                  <a16:creationId xmlns:a16="http://schemas.microsoft.com/office/drawing/2014/main" id="{02B0236B-C280-2F4D-EB67-E9F08B84C6DA}"/>
                </a:ext>
              </a:extLst>
            </p:cNvPr>
            <p:cNvSpPr/>
            <p:nvPr/>
          </p:nvSpPr>
          <p:spPr>
            <a:xfrm>
              <a:off x="1768427" y="1633364"/>
              <a:ext cx="144000" cy="144000"/>
            </a:xfrm>
            <a:prstGeom prst="rect">
              <a:avLst/>
            </a:prstGeom>
            <a:grp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169" name="Rectangle 168">
              <a:extLst>
                <a:ext uri="{FF2B5EF4-FFF2-40B4-BE49-F238E27FC236}">
                  <a16:creationId xmlns:a16="http://schemas.microsoft.com/office/drawing/2014/main" id="{E98A8B7F-5554-C841-EFFB-2B6F05F0EE3B}"/>
                </a:ext>
              </a:extLst>
            </p:cNvPr>
            <p:cNvSpPr/>
            <p:nvPr/>
          </p:nvSpPr>
          <p:spPr>
            <a:xfrm>
              <a:off x="2038022" y="1633364"/>
              <a:ext cx="144000" cy="144000"/>
            </a:xfrm>
            <a:prstGeom prst="rect">
              <a:avLst/>
            </a:prstGeom>
            <a:grp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176" name="Rectangle 175">
              <a:extLst>
                <a:ext uri="{FF2B5EF4-FFF2-40B4-BE49-F238E27FC236}">
                  <a16:creationId xmlns:a16="http://schemas.microsoft.com/office/drawing/2014/main" id="{8025087F-ABDF-D060-4D43-21D98E72E973}"/>
                </a:ext>
              </a:extLst>
            </p:cNvPr>
            <p:cNvSpPr/>
            <p:nvPr/>
          </p:nvSpPr>
          <p:spPr>
            <a:xfrm>
              <a:off x="2307617" y="1633364"/>
              <a:ext cx="144000" cy="144000"/>
            </a:xfrm>
            <a:prstGeom prst="rect">
              <a:avLst/>
            </a:prstGeom>
            <a:grp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179" name="Rectangle 178">
              <a:extLst>
                <a:ext uri="{FF2B5EF4-FFF2-40B4-BE49-F238E27FC236}">
                  <a16:creationId xmlns:a16="http://schemas.microsoft.com/office/drawing/2014/main" id="{D5C042E9-FC36-2BB4-886B-2968EC18F8B2}"/>
                </a:ext>
              </a:extLst>
            </p:cNvPr>
            <p:cNvSpPr/>
            <p:nvPr/>
          </p:nvSpPr>
          <p:spPr>
            <a:xfrm>
              <a:off x="2577212" y="1633364"/>
              <a:ext cx="144000" cy="144000"/>
            </a:xfrm>
            <a:prstGeom prst="rect">
              <a:avLst/>
            </a:prstGeom>
            <a:grp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182" name="Rectangle 181">
              <a:extLst>
                <a:ext uri="{FF2B5EF4-FFF2-40B4-BE49-F238E27FC236}">
                  <a16:creationId xmlns:a16="http://schemas.microsoft.com/office/drawing/2014/main" id="{065CD71B-9D72-6C4D-E0E0-DC4D09F36FBC}"/>
                </a:ext>
              </a:extLst>
            </p:cNvPr>
            <p:cNvSpPr/>
            <p:nvPr/>
          </p:nvSpPr>
          <p:spPr>
            <a:xfrm>
              <a:off x="2846808" y="1633364"/>
              <a:ext cx="144000" cy="144000"/>
            </a:xfrm>
            <a:prstGeom prst="rect">
              <a:avLst/>
            </a:prstGeom>
            <a:grp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76" name="Rectangle 22575">
              <a:extLst>
                <a:ext uri="{FF2B5EF4-FFF2-40B4-BE49-F238E27FC236}">
                  <a16:creationId xmlns:a16="http://schemas.microsoft.com/office/drawing/2014/main" id="{3F0B9724-26E3-F849-5F24-C7AE47354A1B}"/>
                </a:ext>
              </a:extLst>
            </p:cNvPr>
            <p:cNvSpPr/>
            <p:nvPr/>
          </p:nvSpPr>
          <p:spPr>
            <a:xfrm>
              <a:off x="3116404" y="1633364"/>
              <a:ext cx="144000" cy="144000"/>
            </a:xfrm>
            <a:prstGeom prst="rect">
              <a:avLst/>
            </a:prstGeom>
            <a:grp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77" name="Rectangle 22576">
              <a:extLst>
                <a:ext uri="{FF2B5EF4-FFF2-40B4-BE49-F238E27FC236}">
                  <a16:creationId xmlns:a16="http://schemas.microsoft.com/office/drawing/2014/main" id="{7EF71C1F-6DDD-0A24-BC11-91E9C8EF37C6}"/>
                </a:ext>
              </a:extLst>
            </p:cNvPr>
            <p:cNvSpPr/>
            <p:nvPr/>
          </p:nvSpPr>
          <p:spPr>
            <a:xfrm>
              <a:off x="3386000" y="1633364"/>
              <a:ext cx="144000" cy="144000"/>
            </a:xfrm>
            <a:prstGeom prst="rect">
              <a:avLst/>
            </a:prstGeom>
            <a:grp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grpSp>
      <p:grpSp>
        <p:nvGrpSpPr>
          <p:cNvPr id="196" name="Group 195">
            <a:extLst>
              <a:ext uri="{FF2B5EF4-FFF2-40B4-BE49-F238E27FC236}">
                <a16:creationId xmlns:a16="http://schemas.microsoft.com/office/drawing/2014/main" id="{51C6A4C4-DA07-1AD2-02DF-97E872144EE3}"/>
              </a:ext>
            </a:extLst>
          </p:cNvPr>
          <p:cNvGrpSpPr/>
          <p:nvPr/>
        </p:nvGrpSpPr>
        <p:grpSpPr>
          <a:xfrm>
            <a:off x="1131151" y="2432424"/>
            <a:ext cx="2031168" cy="144940"/>
            <a:chOff x="1498832" y="1838765"/>
            <a:chExt cx="2031168" cy="144940"/>
          </a:xfrm>
        </p:grpSpPr>
        <p:sp>
          <p:nvSpPr>
            <p:cNvPr id="191" name="Rectangle 190">
              <a:extLst>
                <a:ext uri="{FF2B5EF4-FFF2-40B4-BE49-F238E27FC236}">
                  <a16:creationId xmlns:a16="http://schemas.microsoft.com/office/drawing/2014/main" id="{49A41C31-DB87-DF1B-A2FC-D0D7D7EEA1CB}"/>
                </a:ext>
              </a:extLst>
            </p:cNvPr>
            <p:cNvSpPr/>
            <p:nvPr/>
          </p:nvSpPr>
          <p:spPr>
            <a:xfrm>
              <a:off x="1498832" y="1839705"/>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28" name="Rectangle 22527">
              <a:extLst>
                <a:ext uri="{FF2B5EF4-FFF2-40B4-BE49-F238E27FC236}">
                  <a16:creationId xmlns:a16="http://schemas.microsoft.com/office/drawing/2014/main" id="{166B6922-ED86-9176-8FAA-F52AB9BD8991}"/>
                </a:ext>
              </a:extLst>
            </p:cNvPr>
            <p:cNvSpPr/>
            <p:nvPr/>
          </p:nvSpPr>
          <p:spPr>
            <a:xfrm>
              <a:off x="1768427" y="1839705"/>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29" name="Rectangle 22528">
              <a:extLst>
                <a:ext uri="{FF2B5EF4-FFF2-40B4-BE49-F238E27FC236}">
                  <a16:creationId xmlns:a16="http://schemas.microsoft.com/office/drawing/2014/main" id="{71300313-BE6C-2B7D-922A-3FCF352B9F72}"/>
                </a:ext>
              </a:extLst>
            </p:cNvPr>
            <p:cNvSpPr/>
            <p:nvPr/>
          </p:nvSpPr>
          <p:spPr>
            <a:xfrm>
              <a:off x="2038022" y="1839705"/>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31" name="Rectangle 22530">
              <a:extLst>
                <a:ext uri="{FF2B5EF4-FFF2-40B4-BE49-F238E27FC236}">
                  <a16:creationId xmlns:a16="http://schemas.microsoft.com/office/drawing/2014/main" id="{979E38D2-265B-65F6-76B0-8BA219530724}"/>
                </a:ext>
              </a:extLst>
            </p:cNvPr>
            <p:cNvSpPr/>
            <p:nvPr/>
          </p:nvSpPr>
          <p:spPr>
            <a:xfrm>
              <a:off x="2307617" y="1839705"/>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32" name="Rectangle 22531">
              <a:extLst>
                <a:ext uri="{FF2B5EF4-FFF2-40B4-BE49-F238E27FC236}">
                  <a16:creationId xmlns:a16="http://schemas.microsoft.com/office/drawing/2014/main" id="{499059D6-BD70-D3A5-B304-4CE9DF611F68}"/>
                </a:ext>
              </a:extLst>
            </p:cNvPr>
            <p:cNvSpPr/>
            <p:nvPr/>
          </p:nvSpPr>
          <p:spPr>
            <a:xfrm>
              <a:off x="2577212" y="1839705"/>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33" name="Rectangle 22532">
              <a:extLst>
                <a:ext uri="{FF2B5EF4-FFF2-40B4-BE49-F238E27FC236}">
                  <a16:creationId xmlns:a16="http://schemas.microsoft.com/office/drawing/2014/main" id="{2D4FEA6E-7100-082C-8CEF-342E73048698}"/>
                </a:ext>
              </a:extLst>
            </p:cNvPr>
            <p:cNvSpPr/>
            <p:nvPr/>
          </p:nvSpPr>
          <p:spPr>
            <a:xfrm>
              <a:off x="2846808" y="1839705"/>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78" name="Rectangle 22577">
              <a:extLst>
                <a:ext uri="{FF2B5EF4-FFF2-40B4-BE49-F238E27FC236}">
                  <a16:creationId xmlns:a16="http://schemas.microsoft.com/office/drawing/2014/main" id="{933EC662-7C83-06E1-5737-ADAB16FF4DD1}"/>
                </a:ext>
              </a:extLst>
            </p:cNvPr>
            <p:cNvSpPr/>
            <p:nvPr/>
          </p:nvSpPr>
          <p:spPr>
            <a:xfrm>
              <a:off x="3116404" y="1838941"/>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79" name="Rectangle 22578">
              <a:extLst>
                <a:ext uri="{FF2B5EF4-FFF2-40B4-BE49-F238E27FC236}">
                  <a16:creationId xmlns:a16="http://schemas.microsoft.com/office/drawing/2014/main" id="{B355DD61-CB3A-5919-D49D-59D4145B520A}"/>
                </a:ext>
              </a:extLst>
            </p:cNvPr>
            <p:cNvSpPr/>
            <p:nvPr/>
          </p:nvSpPr>
          <p:spPr>
            <a:xfrm>
              <a:off x="3386000" y="1838765"/>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grpSp>
      <p:grpSp>
        <p:nvGrpSpPr>
          <p:cNvPr id="197" name="Group 196">
            <a:extLst>
              <a:ext uri="{FF2B5EF4-FFF2-40B4-BE49-F238E27FC236}">
                <a16:creationId xmlns:a16="http://schemas.microsoft.com/office/drawing/2014/main" id="{22CD534B-4A92-B146-F734-1DE4A38A73B5}"/>
              </a:ext>
            </a:extLst>
          </p:cNvPr>
          <p:cNvGrpSpPr/>
          <p:nvPr/>
        </p:nvGrpSpPr>
        <p:grpSpPr>
          <a:xfrm>
            <a:off x="1131151" y="2637825"/>
            <a:ext cx="2031168" cy="145880"/>
            <a:chOff x="1498832" y="2044166"/>
            <a:chExt cx="2031168" cy="145880"/>
          </a:xfrm>
        </p:grpSpPr>
        <p:sp>
          <p:nvSpPr>
            <p:cNvPr id="22535" name="Rectangle 22534">
              <a:extLst>
                <a:ext uri="{FF2B5EF4-FFF2-40B4-BE49-F238E27FC236}">
                  <a16:creationId xmlns:a16="http://schemas.microsoft.com/office/drawing/2014/main" id="{3F049164-D03B-3D9D-BFC5-9D8299A2B845}"/>
                </a:ext>
              </a:extLst>
            </p:cNvPr>
            <p:cNvSpPr/>
            <p:nvPr/>
          </p:nvSpPr>
          <p:spPr>
            <a:xfrm>
              <a:off x="1498832" y="2046046"/>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36" name="Rectangle 22535">
              <a:extLst>
                <a:ext uri="{FF2B5EF4-FFF2-40B4-BE49-F238E27FC236}">
                  <a16:creationId xmlns:a16="http://schemas.microsoft.com/office/drawing/2014/main" id="{A4A5889D-9B52-803F-6E2F-89FB8A04ED50}"/>
                </a:ext>
              </a:extLst>
            </p:cNvPr>
            <p:cNvSpPr/>
            <p:nvPr/>
          </p:nvSpPr>
          <p:spPr>
            <a:xfrm>
              <a:off x="1768427" y="2046046"/>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37" name="Rectangle 22536">
              <a:extLst>
                <a:ext uri="{FF2B5EF4-FFF2-40B4-BE49-F238E27FC236}">
                  <a16:creationId xmlns:a16="http://schemas.microsoft.com/office/drawing/2014/main" id="{B4D9271D-6710-0D39-F1A3-0EE377A20FDC}"/>
                </a:ext>
              </a:extLst>
            </p:cNvPr>
            <p:cNvSpPr/>
            <p:nvPr/>
          </p:nvSpPr>
          <p:spPr>
            <a:xfrm>
              <a:off x="2038022" y="2046046"/>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38" name="Rectangle 22537">
              <a:extLst>
                <a:ext uri="{FF2B5EF4-FFF2-40B4-BE49-F238E27FC236}">
                  <a16:creationId xmlns:a16="http://schemas.microsoft.com/office/drawing/2014/main" id="{6DD1EFCB-9ED2-F9A3-09A3-11B0FB388D5F}"/>
                </a:ext>
              </a:extLst>
            </p:cNvPr>
            <p:cNvSpPr/>
            <p:nvPr/>
          </p:nvSpPr>
          <p:spPr>
            <a:xfrm>
              <a:off x="2307617" y="2046046"/>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39" name="Rectangle 22538">
              <a:extLst>
                <a:ext uri="{FF2B5EF4-FFF2-40B4-BE49-F238E27FC236}">
                  <a16:creationId xmlns:a16="http://schemas.microsoft.com/office/drawing/2014/main" id="{7DCDFFFD-532E-002B-EBDB-7D324B037759}"/>
                </a:ext>
              </a:extLst>
            </p:cNvPr>
            <p:cNvSpPr/>
            <p:nvPr/>
          </p:nvSpPr>
          <p:spPr>
            <a:xfrm>
              <a:off x="2577212" y="2046046"/>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40" name="Rectangle 22539">
              <a:extLst>
                <a:ext uri="{FF2B5EF4-FFF2-40B4-BE49-F238E27FC236}">
                  <a16:creationId xmlns:a16="http://schemas.microsoft.com/office/drawing/2014/main" id="{F53C75B7-6F5B-AFC3-343E-D13B7640F550}"/>
                </a:ext>
              </a:extLst>
            </p:cNvPr>
            <p:cNvSpPr/>
            <p:nvPr/>
          </p:nvSpPr>
          <p:spPr>
            <a:xfrm>
              <a:off x="2846808" y="2046046"/>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80" name="Rectangle 22579">
              <a:extLst>
                <a:ext uri="{FF2B5EF4-FFF2-40B4-BE49-F238E27FC236}">
                  <a16:creationId xmlns:a16="http://schemas.microsoft.com/office/drawing/2014/main" id="{013DBB64-1D2C-2C6F-3A4F-EFE269855DD8}"/>
                </a:ext>
              </a:extLst>
            </p:cNvPr>
            <p:cNvSpPr/>
            <p:nvPr/>
          </p:nvSpPr>
          <p:spPr>
            <a:xfrm>
              <a:off x="3116404" y="2044518"/>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81" name="Rectangle 22580">
              <a:extLst>
                <a:ext uri="{FF2B5EF4-FFF2-40B4-BE49-F238E27FC236}">
                  <a16:creationId xmlns:a16="http://schemas.microsoft.com/office/drawing/2014/main" id="{EF815BC2-C41D-A2AF-F834-4D6A3F2A1F74}"/>
                </a:ext>
              </a:extLst>
            </p:cNvPr>
            <p:cNvSpPr/>
            <p:nvPr/>
          </p:nvSpPr>
          <p:spPr>
            <a:xfrm>
              <a:off x="3386000" y="2044166"/>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grpSp>
      <p:grpSp>
        <p:nvGrpSpPr>
          <p:cNvPr id="202" name="Group 201">
            <a:extLst>
              <a:ext uri="{FF2B5EF4-FFF2-40B4-BE49-F238E27FC236}">
                <a16:creationId xmlns:a16="http://schemas.microsoft.com/office/drawing/2014/main" id="{BD1C10B5-62B7-DD1E-A282-48FB7A9A6046}"/>
              </a:ext>
            </a:extLst>
          </p:cNvPr>
          <p:cNvGrpSpPr/>
          <p:nvPr/>
        </p:nvGrpSpPr>
        <p:grpSpPr>
          <a:xfrm>
            <a:off x="1131151" y="2843226"/>
            <a:ext cx="2031168" cy="146820"/>
            <a:chOff x="1498832" y="2249567"/>
            <a:chExt cx="2031168" cy="146820"/>
          </a:xfrm>
        </p:grpSpPr>
        <p:sp>
          <p:nvSpPr>
            <p:cNvPr id="22542" name="Rectangle 22541">
              <a:extLst>
                <a:ext uri="{FF2B5EF4-FFF2-40B4-BE49-F238E27FC236}">
                  <a16:creationId xmlns:a16="http://schemas.microsoft.com/office/drawing/2014/main" id="{D3517AB1-1BAF-0736-0839-1F600E28BD0E}"/>
                </a:ext>
              </a:extLst>
            </p:cNvPr>
            <p:cNvSpPr/>
            <p:nvPr/>
          </p:nvSpPr>
          <p:spPr>
            <a:xfrm>
              <a:off x="1498832" y="2252387"/>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43" name="Rectangle 22542">
              <a:extLst>
                <a:ext uri="{FF2B5EF4-FFF2-40B4-BE49-F238E27FC236}">
                  <a16:creationId xmlns:a16="http://schemas.microsoft.com/office/drawing/2014/main" id="{8317E8F2-7B83-F903-9DDD-1E1420D9947F}"/>
                </a:ext>
              </a:extLst>
            </p:cNvPr>
            <p:cNvSpPr/>
            <p:nvPr/>
          </p:nvSpPr>
          <p:spPr>
            <a:xfrm>
              <a:off x="1768427" y="2252387"/>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44" name="Rectangle 22543">
              <a:extLst>
                <a:ext uri="{FF2B5EF4-FFF2-40B4-BE49-F238E27FC236}">
                  <a16:creationId xmlns:a16="http://schemas.microsoft.com/office/drawing/2014/main" id="{C97409EF-132F-0394-2188-8F947591C8B3}"/>
                </a:ext>
              </a:extLst>
            </p:cNvPr>
            <p:cNvSpPr/>
            <p:nvPr/>
          </p:nvSpPr>
          <p:spPr>
            <a:xfrm>
              <a:off x="2038022" y="2252387"/>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45" name="Rectangle 22544">
              <a:extLst>
                <a:ext uri="{FF2B5EF4-FFF2-40B4-BE49-F238E27FC236}">
                  <a16:creationId xmlns:a16="http://schemas.microsoft.com/office/drawing/2014/main" id="{08C67954-A934-2178-4528-0130DF251408}"/>
                </a:ext>
              </a:extLst>
            </p:cNvPr>
            <p:cNvSpPr/>
            <p:nvPr/>
          </p:nvSpPr>
          <p:spPr>
            <a:xfrm>
              <a:off x="2307617" y="2252387"/>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46" name="Rectangle 22545">
              <a:extLst>
                <a:ext uri="{FF2B5EF4-FFF2-40B4-BE49-F238E27FC236}">
                  <a16:creationId xmlns:a16="http://schemas.microsoft.com/office/drawing/2014/main" id="{1F7626FC-AA3B-E7DE-E4F1-5C61C3013B39}"/>
                </a:ext>
              </a:extLst>
            </p:cNvPr>
            <p:cNvSpPr/>
            <p:nvPr/>
          </p:nvSpPr>
          <p:spPr>
            <a:xfrm>
              <a:off x="2577212" y="2252387"/>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47" name="Rectangle 22546">
              <a:extLst>
                <a:ext uri="{FF2B5EF4-FFF2-40B4-BE49-F238E27FC236}">
                  <a16:creationId xmlns:a16="http://schemas.microsoft.com/office/drawing/2014/main" id="{670CEF16-0AEB-BF06-B602-453D5BDB41D4}"/>
                </a:ext>
              </a:extLst>
            </p:cNvPr>
            <p:cNvSpPr/>
            <p:nvPr/>
          </p:nvSpPr>
          <p:spPr>
            <a:xfrm>
              <a:off x="2846808" y="2252387"/>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82" name="Rectangle 22581">
              <a:extLst>
                <a:ext uri="{FF2B5EF4-FFF2-40B4-BE49-F238E27FC236}">
                  <a16:creationId xmlns:a16="http://schemas.microsoft.com/office/drawing/2014/main" id="{E77A94D7-3213-DB1B-B0BC-0A5F16245F57}"/>
                </a:ext>
              </a:extLst>
            </p:cNvPr>
            <p:cNvSpPr/>
            <p:nvPr/>
          </p:nvSpPr>
          <p:spPr>
            <a:xfrm>
              <a:off x="3116404" y="2250095"/>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83" name="Rectangle 22582">
              <a:extLst>
                <a:ext uri="{FF2B5EF4-FFF2-40B4-BE49-F238E27FC236}">
                  <a16:creationId xmlns:a16="http://schemas.microsoft.com/office/drawing/2014/main" id="{9D4475F9-E4A6-ACC1-6BF6-E82B13AFAFA1}"/>
                </a:ext>
              </a:extLst>
            </p:cNvPr>
            <p:cNvSpPr/>
            <p:nvPr/>
          </p:nvSpPr>
          <p:spPr>
            <a:xfrm>
              <a:off x="3386000" y="2249567"/>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grpSp>
      <p:grpSp>
        <p:nvGrpSpPr>
          <p:cNvPr id="203" name="Group 202">
            <a:extLst>
              <a:ext uri="{FF2B5EF4-FFF2-40B4-BE49-F238E27FC236}">
                <a16:creationId xmlns:a16="http://schemas.microsoft.com/office/drawing/2014/main" id="{745902FA-FC08-33C2-F1DC-C4100EE862EC}"/>
              </a:ext>
            </a:extLst>
          </p:cNvPr>
          <p:cNvGrpSpPr/>
          <p:nvPr/>
        </p:nvGrpSpPr>
        <p:grpSpPr>
          <a:xfrm>
            <a:off x="1131151" y="3048627"/>
            <a:ext cx="2031168" cy="147760"/>
            <a:chOff x="1498832" y="2454968"/>
            <a:chExt cx="2031168" cy="147760"/>
          </a:xfrm>
        </p:grpSpPr>
        <p:sp>
          <p:nvSpPr>
            <p:cNvPr id="22549" name="Rectangle 22548">
              <a:extLst>
                <a:ext uri="{FF2B5EF4-FFF2-40B4-BE49-F238E27FC236}">
                  <a16:creationId xmlns:a16="http://schemas.microsoft.com/office/drawing/2014/main" id="{619E34E9-B4AE-41BD-33B3-BBE1D63286AF}"/>
                </a:ext>
              </a:extLst>
            </p:cNvPr>
            <p:cNvSpPr/>
            <p:nvPr/>
          </p:nvSpPr>
          <p:spPr>
            <a:xfrm>
              <a:off x="1498832" y="2458728"/>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50" name="Rectangle 22549">
              <a:extLst>
                <a:ext uri="{FF2B5EF4-FFF2-40B4-BE49-F238E27FC236}">
                  <a16:creationId xmlns:a16="http://schemas.microsoft.com/office/drawing/2014/main" id="{3936EAAC-37CE-04D1-FD4C-18D104FAFA69}"/>
                </a:ext>
              </a:extLst>
            </p:cNvPr>
            <p:cNvSpPr/>
            <p:nvPr/>
          </p:nvSpPr>
          <p:spPr>
            <a:xfrm>
              <a:off x="1768427" y="2458728"/>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51" name="Rectangle 22550">
              <a:extLst>
                <a:ext uri="{FF2B5EF4-FFF2-40B4-BE49-F238E27FC236}">
                  <a16:creationId xmlns:a16="http://schemas.microsoft.com/office/drawing/2014/main" id="{3DC6A782-0296-BA39-65EE-3C1CA1637991}"/>
                </a:ext>
              </a:extLst>
            </p:cNvPr>
            <p:cNvSpPr/>
            <p:nvPr/>
          </p:nvSpPr>
          <p:spPr>
            <a:xfrm>
              <a:off x="2038022" y="2458728"/>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52" name="Rectangle 22551">
              <a:extLst>
                <a:ext uri="{FF2B5EF4-FFF2-40B4-BE49-F238E27FC236}">
                  <a16:creationId xmlns:a16="http://schemas.microsoft.com/office/drawing/2014/main" id="{4C473884-830D-0C47-8CFB-EFB25ECE0931}"/>
                </a:ext>
              </a:extLst>
            </p:cNvPr>
            <p:cNvSpPr/>
            <p:nvPr/>
          </p:nvSpPr>
          <p:spPr>
            <a:xfrm>
              <a:off x="2307617" y="2458728"/>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53" name="Rectangle 22552">
              <a:extLst>
                <a:ext uri="{FF2B5EF4-FFF2-40B4-BE49-F238E27FC236}">
                  <a16:creationId xmlns:a16="http://schemas.microsoft.com/office/drawing/2014/main" id="{9490CFDB-519F-66DF-065A-38965A3F6592}"/>
                </a:ext>
              </a:extLst>
            </p:cNvPr>
            <p:cNvSpPr/>
            <p:nvPr/>
          </p:nvSpPr>
          <p:spPr>
            <a:xfrm>
              <a:off x="2577212" y="2458728"/>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54" name="Rectangle 22553">
              <a:extLst>
                <a:ext uri="{FF2B5EF4-FFF2-40B4-BE49-F238E27FC236}">
                  <a16:creationId xmlns:a16="http://schemas.microsoft.com/office/drawing/2014/main" id="{357A198C-8055-01A2-1ACC-3D3A72E114B5}"/>
                </a:ext>
              </a:extLst>
            </p:cNvPr>
            <p:cNvSpPr/>
            <p:nvPr/>
          </p:nvSpPr>
          <p:spPr>
            <a:xfrm>
              <a:off x="2846808" y="2458728"/>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84" name="Rectangle 22583">
              <a:extLst>
                <a:ext uri="{FF2B5EF4-FFF2-40B4-BE49-F238E27FC236}">
                  <a16:creationId xmlns:a16="http://schemas.microsoft.com/office/drawing/2014/main" id="{B217DCA9-C066-7EDE-E165-4C5E9F351573}"/>
                </a:ext>
              </a:extLst>
            </p:cNvPr>
            <p:cNvSpPr/>
            <p:nvPr/>
          </p:nvSpPr>
          <p:spPr>
            <a:xfrm>
              <a:off x="3116404" y="2455672"/>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85" name="Rectangle 22584">
              <a:extLst>
                <a:ext uri="{FF2B5EF4-FFF2-40B4-BE49-F238E27FC236}">
                  <a16:creationId xmlns:a16="http://schemas.microsoft.com/office/drawing/2014/main" id="{B8E5A942-E661-0180-29D9-AA936BE50AF9}"/>
                </a:ext>
              </a:extLst>
            </p:cNvPr>
            <p:cNvSpPr/>
            <p:nvPr/>
          </p:nvSpPr>
          <p:spPr>
            <a:xfrm>
              <a:off x="3386000" y="2454968"/>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grpSp>
      <p:grpSp>
        <p:nvGrpSpPr>
          <p:cNvPr id="204" name="Group 203">
            <a:extLst>
              <a:ext uri="{FF2B5EF4-FFF2-40B4-BE49-F238E27FC236}">
                <a16:creationId xmlns:a16="http://schemas.microsoft.com/office/drawing/2014/main" id="{A120E34B-0FC7-B70B-CFD4-6AD3F765C73A}"/>
              </a:ext>
            </a:extLst>
          </p:cNvPr>
          <p:cNvGrpSpPr/>
          <p:nvPr/>
        </p:nvGrpSpPr>
        <p:grpSpPr>
          <a:xfrm>
            <a:off x="1131151" y="3254028"/>
            <a:ext cx="2031168" cy="148700"/>
            <a:chOff x="1498832" y="2660369"/>
            <a:chExt cx="2031168" cy="148700"/>
          </a:xfrm>
        </p:grpSpPr>
        <p:sp>
          <p:nvSpPr>
            <p:cNvPr id="22556" name="Rectangle 22555">
              <a:extLst>
                <a:ext uri="{FF2B5EF4-FFF2-40B4-BE49-F238E27FC236}">
                  <a16:creationId xmlns:a16="http://schemas.microsoft.com/office/drawing/2014/main" id="{EFAA85EE-5F5D-47F7-A90A-590D7DE246AE}"/>
                </a:ext>
              </a:extLst>
            </p:cNvPr>
            <p:cNvSpPr/>
            <p:nvPr/>
          </p:nvSpPr>
          <p:spPr>
            <a:xfrm>
              <a:off x="1498832" y="2665069"/>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57" name="Rectangle 22556">
              <a:extLst>
                <a:ext uri="{FF2B5EF4-FFF2-40B4-BE49-F238E27FC236}">
                  <a16:creationId xmlns:a16="http://schemas.microsoft.com/office/drawing/2014/main" id="{ADD1B8E8-3265-5F4A-E9CA-B8C7D56C373B}"/>
                </a:ext>
              </a:extLst>
            </p:cNvPr>
            <p:cNvSpPr/>
            <p:nvPr/>
          </p:nvSpPr>
          <p:spPr>
            <a:xfrm>
              <a:off x="1768427" y="2665069"/>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58" name="Rectangle 22557">
              <a:extLst>
                <a:ext uri="{FF2B5EF4-FFF2-40B4-BE49-F238E27FC236}">
                  <a16:creationId xmlns:a16="http://schemas.microsoft.com/office/drawing/2014/main" id="{195297CA-81E3-69A4-3EEC-EB395D5CD99F}"/>
                </a:ext>
              </a:extLst>
            </p:cNvPr>
            <p:cNvSpPr/>
            <p:nvPr/>
          </p:nvSpPr>
          <p:spPr>
            <a:xfrm>
              <a:off x="2038022" y="2665069"/>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59" name="Rectangle 22558">
              <a:extLst>
                <a:ext uri="{FF2B5EF4-FFF2-40B4-BE49-F238E27FC236}">
                  <a16:creationId xmlns:a16="http://schemas.microsoft.com/office/drawing/2014/main" id="{E8789DBE-D083-06A6-3080-8292854C9F7F}"/>
                </a:ext>
              </a:extLst>
            </p:cNvPr>
            <p:cNvSpPr/>
            <p:nvPr/>
          </p:nvSpPr>
          <p:spPr>
            <a:xfrm>
              <a:off x="2307617" y="2665069"/>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60" name="Rectangle 22559">
              <a:extLst>
                <a:ext uri="{FF2B5EF4-FFF2-40B4-BE49-F238E27FC236}">
                  <a16:creationId xmlns:a16="http://schemas.microsoft.com/office/drawing/2014/main" id="{41E00981-FC80-0029-D654-8857B1BBB71C}"/>
                </a:ext>
              </a:extLst>
            </p:cNvPr>
            <p:cNvSpPr/>
            <p:nvPr/>
          </p:nvSpPr>
          <p:spPr>
            <a:xfrm>
              <a:off x="2577212" y="2665069"/>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61" name="Rectangle 22560">
              <a:extLst>
                <a:ext uri="{FF2B5EF4-FFF2-40B4-BE49-F238E27FC236}">
                  <a16:creationId xmlns:a16="http://schemas.microsoft.com/office/drawing/2014/main" id="{53CF192B-F5C1-82AF-EA18-A61BB6147468}"/>
                </a:ext>
              </a:extLst>
            </p:cNvPr>
            <p:cNvSpPr/>
            <p:nvPr/>
          </p:nvSpPr>
          <p:spPr>
            <a:xfrm>
              <a:off x="2846808" y="2665069"/>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86" name="Rectangle 22585">
              <a:extLst>
                <a:ext uri="{FF2B5EF4-FFF2-40B4-BE49-F238E27FC236}">
                  <a16:creationId xmlns:a16="http://schemas.microsoft.com/office/drawing/2014/main" id="{85C77308-AC36-069C-EBA6-A72BC4514F6E}"/>
                </a:ext>
              </a:extLst>
            </p:cNvPr>
            <p:cNvSpPr/>
            <p:nvPr/>
          </p:nvSpPr>
          <p:spPr>
            <a:xfrm>
              <a:off x="3116404" y="2661249"/>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87" name="Rectangle 22586">
              <a:extLst>
                <a:ext uri="{FF2B5EF4-FFF2-40B4-BE49-F238E27FC236}">
                  <a16:creationId xmlns:a16="http://schemas.microsoft.com/office/drawing/2014/main" id="{246925B0-8B22-F4DF-8C45-7ECECC77BE83}"/>
                </a:ext>
              </a:extLst>
            </p:cNvPr>
            <p:cNvSpPr/>
            <p:nvPr/>
          </p:nvSpPr>
          <p:spPr>
            <a:xfrm>
              <a:off x="3386000" y="2660369"/>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grpSp>
      <p:grpSp>
        <p:nvGrpSpPr>
          <p:cNvPr id="205" name="Group 204">
            <a:extLst>
              <a:ext uri="{FF2B5EF4-FFF2-40B4-BE49-F238E27FC236}">
                <a16:creationId xmlns:a16="http://schemas.microsoft.com/office/drawing/2014/main" id="{D89BAC86-F644-CED6-0E35-37C175C9E0D8}"/>
              </a:ext>
            </a:extLst>
          </p:cNvPr>
          <p:cNvGrpSpPr/>
          <p:nvPr/>
        </p:nvGrpSpPr>
        <p:grpSpPr>
          <a:xfrm>
            <a:off x="1131151" y="3459429"/>
            <a:ext cx="2032535" cy="149640"/>
            <a:chOff x="1498832" y="2865770"/>
            <a:chExt cx="2032535" cy="149640"/>
          </a:xfrm>
        </p:grpSpPr>
        <p:sp>
          <p:nvSpPr>
            <p:cNvPr id="22563" name="Rectangle 22562">
              <a:extLst>
                <a:ext uri="{FF2B5EF4-FFF2-40B4-BE49-F238E27FC236}">
                  <a16:creationId xmlns:a16="http://schemas.microsoft.com/office/drawing/2014/main" id="{24F680B4-9C11-1C33-1CF6-F89D0D704287}"/>
                </a:ext>
              </a:extLst>
            </p:cNvPr>
            <p:cNvSpPr/>
            <p:nvPr/>
          </p:nvSpPr>
          <p:spPr>
            <a:xfrm>
              <a:off x="1498832" y="2871410"/>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64" name="Rectangle 22563">
              <a:extLst>
                <a:ext uri="{FF2B5EF4-FFF2-40B4-BE49-F238E27FC236}">
                  <a16:creationId xmlns:a16="http://schemas.microsoft.com/office/drawing/2014/main" id="{F612CCF5-0CE2-2885-78D5-86AED0B17433}"/>
                </a:ext>
              </a:extLst>
            </p:cNvPr>
            <p:cNvSpPr/>
            <p:nvPr/>
          </p:nvSpPr>
          <p:spPr>
            <a:xfrm>
              <a:off x="1768427" y="2871410"/>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65" name="Rectangle 22564">
              <a:extLst>
                <a:ext uri="{FF2B5EF4-FFF2-40B4-BE49-F238E27FC236}">
                  <a16:creationId xmlns:a16="http://schemas.microsoft.com/office/drawing/2014/main" id="{AABBE7E5-190B-6A79-4ABB-9D0EBD27FADE}"/>
                </a:ext>
              </a:extLst>
            </p:cNvPr>
            <p:cNvSpPr/>
            <p:nvPr/>
          </p:nvSpPr>
          <p:spPr>
            <a:xfrm>
              <a:off x="2038022" y="2871410"/>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66" name="Rectangle 22565">
              <a:extLst>
                <a:ext uri="{FF2B5EF4-FFF2-40B4-BE49-F238E27FC236}">
                  <a16:creationId xmlns:a16="http://schemas.microsoft.com/office/drawing/2014/main" id="{34B1698C-F1A4-A083-A43A-C5AA9A8687A1}"/>
                </a:ext>
              </a:extLst>
            </p:cNvPr>
            <p:cNvSpPr/>
            <p:nvPr/>
          </p:nvSpPr>
          <p:spPr>
            <a:xfrm>
              <a:off x="2307617" y="2871410"/>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67" name="Rectangle 22566">
              <a:extLst>
                <a:ext uri="{FF2B5EF4-FFF2-40B4-BE49-F238E27FC236}">
                  <a16:creationId xmlns:a16="http://schemas.microsoft.com/office/drawing/2014/main" id="{171E1D53-31C4-DA20-9112-357A3A784131}"/>
                </a:ext>
              </a:extLst>
            </p:cNvPr>
            <p:cNvSpPr/>
            <p:nvPr/>
          </p:nvSpPr>
          <p:spPr>
            <a:xfrm>
              <a:off x="2577212" y="2871410"/>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68" name="Rectangle 22567">
              <a:extLst>
                <a:ext uri="{FF2B5EF4-FFF2-40B4-BE49-F238E27FC236}">
                  <a16:creationId xmlns:a16="http://schemas.microsoft.com/office/drawing/2014/main" id="{8D9AF95F-CBCE-ADBC-FA95-1B04AB012004}"/>
                </a:ext>
              </a:extLst>
            </p:cNvPr>
            <p:cNvSpPr/>
            <p:nvPr/>
          </p:nvSpPr>
          <p:spPr>
            <a:xfrm>
              <a:off x="2846808" y="2871410"/>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88" name="Rectangle 22587">
              <a:extLst>
                <a:ext uri="{FF2B5EF4-FFF2-40B4-BE49-F238E27FC236}">
                  <a16:creationId xmlns:a16="http://schemas.microsoft.com/office/drawing/2014/main" id="{0812200F-9E74-A0C0-3C65-FF0C4253DB48}"/>
                </a:ext>
              </a:extLst>
            </p:cNvPr>
            <p:cNvSpPr/>
            <p:nvPr/>
          </p:nvSpPr>
          <p:spPr>
            <a:xfrm>
              <a:off x="3116404" y="2866826"/>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89" name="Rectangle 22588">
              <a:extLst>
                <a:ext uri="{FF2B5EF4-FFF2-40B4-BE49-F238E27FC236}">
                  <a16:creationId xmlns:a16="http://schemas.microsoft.com/office/drawing/2014/main" id="{BBD51138-4516-5637-54FC-1B48A1C0E8D8}"/>
                </a:ext>
              </a:extLst>
            </p:cNvPr>
            <p:cNvSpPr/>
            <p:nvPr/>
          </p:nvSpPr>
          <p:spPr>
            <a:xfrm>
              <a:off x="3387367" y="2865770"/>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grpSp>
      <p:grpSp>
        <p:nvGrpSpPr>
          <p:cNvPr id="206" name="Group 205">
            <a:extLst>
              <a:ext uri="{FF2B5EF4-FFF2-40B4-BE49-F238E27FC236}">
                <a16:creationId xmlns:a16="http://schemas.microsoft.com/office/drawing/2014/main" id="{44C08410-4523-D8DC-05AB-79E6FDBC9A3F}"/>
              </a:ext>
            </a:extLst>
          </p:cNvPr>
          <p:cNvGrpSpPr/>
          <p:nvPr/>
        </p:nvGrpSpPr>
        <p:grpSpPr>
          <a:xfrm>
            <a:off x="1131151" y="3664830"/>
            <a:ext cx="2027511" cy="150577"/>
            <a:chOff x="1498832" y="3071171"/>
            <a:chExt cx="2027511" cy="150577"/>
          </a:xfrm>
        </p:grpSpPr>
        <p:sp>
          <p:nvSpPr>
            <p:cNvPr id="22570" name="Rectangle 22569">
              <a:extLst>
                <a:ext uri="{FF2B5EF4-FFF2-40B4-BE49-F238E27FC236}">
                  <a16:creationId xmlns:a16="http://schemas.microsoft.com/office/drawing/2014/main" id="{E3D7D350-105A-2684-2529-E20A98BFDA4B}"/>
                </a:ext>
              </a:extLst>
            </p:cNvPr>
            <p:cNvSpPr/>
            <p:nvPr/>
          </p:nvSpPr>
          <p:spPr>
            <a:xfrm>
              <a:off x="1498832" y="3077748"/>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71" name="Rectangle 22570">
              <a:extLst>
                <a:ext uri="{FF2B5EF4-FFF2-40B4-BE49-F238E27FC236}">
                  <a16:creationId xmlns:a16="http://schemas.microsoft.com/office/drawing/2014/main" id="{4E9E68CB-0FF7-5435-F17C-B32F66F1832D}"/>
                </a:ext>
              </a:extLst>
            </p:cNvPr>
            <p:cNvSpPr/>
            <p:nvPr/>
          </p:nvSpPr>
          <p:spPr>
            <a:xfrm>
              <a:off x="1768427" y="3077748"/>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72" name="Rectangle 22571">
              <a:extLst>
                <a:ext uri="{FF2B5EF4-FFF2-40B4-BE49-F238E27FC236}">
                  <a16:creationId xmlns:a16="http://schemas.microsoft.com/office/drawing/2014/main" id="{40DF30B0-656D-2AB8-B111-AB2814DE012A}"/>
                </a:ext>
              </a:extLst>
            </p:cNvPr>
            <p:cNvSpPr/>
            <p:nvPr/>
          </p:nvSpPr>
          <p:spPr>
            <a:xfrm>
              <a:off x="2038022" y="3077748"/>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73" name="Rectangle 22572">
              <a:extLst>
                <a:ext uri="{FF2B5EF4-FFF2-40B4-BE49-F238E27FC236}">
                  <a16:creationId xmlns:a16="http://schemas.microsoft.com/office/drawing/2014/main" id="{4AEB7737-3A7A-74C9-173D-E17CF059CDE5}"/>
                </a:ext>
              </a:extLst>
            </p:cNvPr>
            <p:cNvSpPr/>
            <p:nvPr/>
          </p:nvSpPr>
          <p:spPr>
            <a:xfrm>
              <a:off x="2307617" y="3077748"/>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74" name="Rectangle 22573">
              <a:extLst>
                <a:ext uri="{FF2B5EF4-FFF2-40B4-BE49-F238E27FC236}">
                  <a16:creationId xmlns:a16="http://schemas.microsoft.com/office/drawing/2014/main" id="{0146A85F-2B49-9697-5E32-6ACAFE17847C}"/>
                </a:ext>
              </a:extLst>
            </p:cNvPr>
            <p:cNvSpPr/>
            <p:nvPr/>
          </p:nvSpPr>
          <p:spPr>
            <a:xfrm>
              <a:off x="2577212" y="3077748"/>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75" name="Rectangle 22574">
              <a:extLst>
                <a:ext uri="{FF2B5EF4-FFF2-40B4-BE49-F238E27FC236}">
                  <a16:creationId xmlns:a16="http://schemas.microsoft.com/office/drawing/2014/main" id="{CB11DB24-650B-598B-861F-23FC91E420AF}"/>
                </a:ext>
              </a:extLst>
            </p:cNvPr>
            <p:cNvSpPr/>
            <p:nvPr/>
          </p:nvSpPr>
          <p:spPr>
            <a:xfrm>
              <a:off x="2846808" y="3077748"/>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sp>
          <p:nvSpPr>
            <p:cNvPr id="22590" name="Rectangle 22589">
              <a:extLst>
                <a:ext uri="{FF2B5EF4-FFF2-40B4-BE49-F238E27FC236}">
                  <a16:creationId xmlns:a16="http://schemas.microsoft.com/office/drawing/2014/main" id="{558D1AEA-566B-C36E-2EB6-0A794392D993}"/>
                </a:ext>
              </a:extLst>
            </p:cNvPr>
            <p:cNvSpPr>
              <a:spLocks/>
            </p:cNvSpPr>
            <p:nvPr/>
          </p:nvSpPr>
          <p:spPr>
            <a:xfrm>
              <a:off x="3114014" y="3072404"/>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591" name="Rectangle 22590">
              <a:extLst>
                <a:ext uri="{FF2B5EF4-FFF2-40B4-BE49-F238E27FC236}">
                  <a16:creationId xmlns:a16="http://schemas.microsoft.com/office/drawing/2014/main" id="{1FA74027-EE88-DF96-67F8-90C2ABEFA7F4}"/>
                </a:ext>
              </a:extLst>
            </p:cNvPr>
            <p:cNvSpPr>
              <a:spLocks/>
            </p:cNvSpPr>
            <p:nvPr/>
          </p:nvSpPr>
          <p:spPr>
            <a:xfrm>
              <a:off x="3382343" y="3071171"/>
              <a:ext cx="144000" cy="144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grpSp>
      <p:sp>
        <p:nvSpPr>
          <p:cNvPr id="207" name="TextBox 206">
            <a:extLst>
              <a:ext uri="{FF2B5EF4-FFF2-40B4-BE49-F238E27FC236}">
                <a16:creationId xmlns:a16="http://schemas.microsoft.com/office/drawing/2014/main" id="{A6A6F69B-34A7-9060-EA6F-D111684BC3CD}"/>
              </a:ext>
            </a:extLst>
          </p:cNvPr>
          <p:cNvSpPr txBox="1"/>
          <p:nvPr/>
        </p:nvSpPr>
        <p:spPr>
          <a:xfrm rot="5400000">
            <a:off x="107644" y="2624826"/>
            <a:ext cx="989117" cy="338554"/>
          </a:xfrm>
          <a:prstGeom prst="rect">
            <a:avLst/>
          </a:prstGeom>
          <a:noFill/>
        </p:spPr>
        <p:txBody>
          <a:bodyPr wrap="none" rtlCol="0">
            <a:spAutoFit/>
          </a:bodyPr>
          <a:lstStyle/>
          <a:p>
            <a:r>
              <a:rPr lang="en-IN" dirty="0"/>
              <a:t>Row LEDs</a:t>
            </a:r>
          </a:p>
        </p:txBody>
      </p:sp>
      <p:sp>
        <p:nvSpPr>
          <p:cNvPr id="208" name="TextBox 207">
            <a:extLst>
              <a:ext uri="{FF2B5EF4-FFF2-40B4-BE49-F238E27FC236}">
                <a16:creationId xmlns:a16="http://schemas.microsoft.com/office/drawing/2014/main" id="{1CB8744C-7EB6-E0F4-940C-00638DBE2C6F}"/>
              </a:ext>
            </a:extLst>
          </p:cNvPr>
          <p:cNvSpPr txBox="1"/>
          <p:nvPr/>
        </p:nvSpPr>
        <p:spPr>
          <a:xfrm>
            <a:off x="1745665" y="4171421"/>
            <a:ext cx="1268296" cy="338554"/>
          </a:xfrm>
          <a:prstGeom prst="rect">
            <a:avLst/>
          </a:prstGeom>
          <a:noFill/>
        </p:spPr>
        <p:txBody>
          <a:bodyPr wrap="none" rtlCol="0">
            <a:spAutoFit/>
          </a:bodyPr>
          <a:lstStyle/>
          <a:p>
            <a:r>
              <a:rPr lang="en-IN" dirty="0"/>
              <a:t>Column LEDs</a:t>
            </a:r>
          </a:p>
        </p:txBody>
      </p:sp>
      <p:sp>
        <p:nvSpPr>
          <p:cNvPr id="209" name="TextBox 208">
            <a:extLst>
              <a:ext uri="{FF2B5EF4-FFF2-40B4-BE49-F238E27FC236}">
                <a16:creationId xmlns:a16="http://schemas.microsoft.com/office/drawing/2014/main" id="{5202A3EF-D349-5066-1BE1-BE7A39A0AA20}"/>
              </a:ext>
            </a:extLst>
          </p:cNvPr>
          <p:cNvSpPr txBox="1"/>
          <p:nvPr/>
        </p:nvSpPr>
        <p:spPr>
          <a:xfrm>
            <a:off x="1305881" y="1370263"/>
            <a:ext cx="1971343" cy="338554"/>
          </a:xfrm>
          <a:prstGeom prst="rect">
            <a:avLst/>
          </a:prstGeom>
          <a:noFill/>
        </p:spPr>
        <p:txBody>
          <a:bodyPr wrap="square" rtlCol="0">
            <a:spAutoFit/>
          </a:bodyPr>
          <a:lstStyle/>
          <a:p>
            <a:r>
              <a:rPr lang="en-IN" dirty="0"/>
              <a:t>Front side / LED PCB</a:t>
            </a:r>
          </a:p>
        </p:txBody>
      </p:sp>
      <p:sp>
        <p:nvSpPr>
          <p:cNvPr id="210" name="Rectangle 209">
            <a:extLst>
              <a:ext uri="{FF2B5EF4-FFF2-40B4-BE49-F238E27FC236}">
                <a16:creationId xmlns:a16="http://schemas.microsoft.com/office/drawing/2014/main" id="{F7035541-1079-9B0D-42F3-53BC6B7D62A5}"/>
              </a:ext>
            </a:extLst>
          </p:cNvPr>
          <p:cNvSpPr>
            <a:spLocks/>
          </p:cNvSpPr>
          <p:nvPr/>
        </p:nvSpPr>
        <p:spPr>
          <a:xfrm>
            <a:off x="5622113" y="1866571"/>
            <a:ext cx="2160240" cy="172819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211" name="TextBox 210">
            <a:extLst>
              <a:ext uri="{FF2B5EF4-FFF2-40B4-BE49-F238E27FC236}">
                <a16:creationId xmlns:a16="http://schemas.microsoft.com/office/drawing/2014/main" id="{9637CCAB-50ED-E092-B021-AE0E7439AE80}"/>
              </a:ext>
            </a:extLst>
          </p:cNvPr>
          <p:cNvSpPr txBox="1"/>
          <p:nvPr/>
        </p:nvSpPr>
        <p:spPr>
          <a:xfrm>
            <a:off x="5658115" y="1519120"/>
            <a:ext cx="2088233" cy="338554"/>
          </a:xfrm>
          <a:prstGeom prst="rect">
            <a:avLst/>
          </a:prstGeom>
          <a:noFill/>
        </p:spPr>
        <p:txBody>
          <a:bodyPr wrap="square" rtlCol="0">
            <a:spAutoFit/>
          </a:bodyPr>
          <a:lstStyle/>
          <a:p>
            <a:r>
              <a:rPr lang="en-IN" dirty="0"/>
              <a:t>Back side / CTRL PCB</a:t>
            </a:r>
          </a:p>
        </p:txBody>
      </p:sp>
      <p:sp>
        <p:nvSpPr>
          <p:cNvPr id="212" name="Rectangle 211">
            <a:extLst>
              <a:ext uri="{FF2B5EF4-FFF2-40B4-BE49-F238E27FC236}">
                <a16:creationId xmlns:a16="http://schemas.microsoft.com/office/drawing/2014/main" id="{766BBEC0-6EC3-74BE-00BB-10B8F120DF41}"/>
              </a:ext>
            </a:extLst>
          </p:cNvPr>
          <p:cNvSpPr/>
          <p:nvPr/>
        </p:nvSpPr>
        <p:spPr>
          <a:xfrm>
            <a:off x="5754689" y="1979923"/>
            <a:ext cx="504056" cy="3739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t>CLB</a:t>
            </a:r>
          </a:p>
        </p:txBody>
      </p:sp>
      <p:sp>
        <p:nvSpPr>
          <p:cNvPr id="213" name="Rectangle 212">
            <a:extLst>
              <a:ext uri="{FF2B5EF4-FFF2-40B4-BE49-F238E27FC236}">
                <a16:creationId xmlns:a16="http://schemas.microsoft.com/office/drawing/2014/main" id="{8A5BE2FC-BD4F-E6E0-8C13-904A41DCDC8E}"/>
              </a:ext>
            </a:extLst>
          </p:cNvPr>
          <p:cNvSpPr/>
          <p:nvPr/>
        </p:nvSpPr>
        <p:spPr>
          <a:xfrm>
            <a:off x="6444485" y="3098535"/>
            <a:ext cx="504056" cy="3739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t>3V</a:t>
            </a:r>
            <a:br>
              <a:rPr lang="en-IN" sz="1100" dirty="0"/>
            </a:br>
            <a:r>
              <a:rPr lang="en-IN" sz="1100" dirty="0"/>
              <a:t>CELL</a:t>
            </a:r>
            <a:endParaRPr lang="en-IN" sz="1200" dirty="0"/>
          </a:p>
        </p:txBody>
      </p:sp>
      <p:sp>
        <p:nvSpPr>
          <p:cNvPr id="214" name="Rectangle 213">
            <a:extLst>
              <a:ext uri="{FF2B5EF4-FFF2-40B4-BE49-F238E27FC236}">
                <a16:creationId xmlns:a16="http://schemas.microsoft.com/office/drawing/2014/main" id="{E4D88616-53D5-FBD8-7261-A9FB15B9F583}"/>
              </a:ext>
            </a:extLst>
          </p:cNvPr>
          <p:cNvSpPr/>
          <p:nvPr/>
        </p:nvSpPr>
        <p:spPr>
          <a:xfrm>
            <a:off x="7134281" y="1976139"/>
            <a:ext cx="504056" cy="3739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t>RTC</a:t>
            </a:r>
          </a:p>
        </p:txBody>
      </p:sp>
      <p:sp>
        <p:nvSpPr>
          <p:cNvPr id="215" name="Rectangle 214">
            <a:extLst>
              <a:ext uri="{FF2B5EF4-FFF2-40B4-BE49-F238E27FC236}">
                <a16:creationId xmlns:a16="http://schemas.microsoft.com/office/drawing/2014/main" id="{B4A98010-C287-40D6-D8D5-E608D9329777}"/>
              </a:ext>
            </a:extLst>
          </p:cNvPr>
          <p:cNvSpPr/>
          <p:nvPr/>
        </p:nvSpPr>
        <p:spPr>
          <a:xfrm>
            <a:off x="7134281" y="2531066"/>
            <a:ext cx="504056" cy="3739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t>LP</a:t>
            </a:r>
          </a:p>
          <a:p>
            <a:pPr algn="ctr"/>
            <a:r>
              <a:rPr lang="en-IN" sz="1100" dirty="0"/>
              <a:t>MCU</a:t>
            </a:r>
          </a:p>
        </p:txBody>
      </p:sp>
      <p:sp>
        <p:nvSpPr>
          <p:cNvPr id="216" name="Rectangle 215">
            <a:extLst>
              <a:ext uri="{FF2B5EF4-FFF2-40B4-BE49-F238E27FC236}">
                <a16:creationId xmlns:a16="http://schemas.microsoft.com/office/drawing/2014/main" id="{9515ABAB-31F7-8796-8FEE-5AC66306A42A}"/>
              </a:ext>
            </a:extLst>
          </p:cNvPr>
          <p:cNvSpPr/>
          <p:nvPr/>
        </p:nvSpPr>
        <p:spPr>
          <a:xfrm>
            <a:off x="5754689" y="3098536"/>
            <a:ext cx="504056" cy="3739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t>TH</a:t>
            </a:r>
          </a:p>
          <a:p>
            <a:pPr algn="ctr"/>
            <a:r>
              <a:rPr lang="en-IN" sz="1100" dirty="0"/>
              <a:t>SNS</a:t>
            </a:r>
            <a:endParaRPr lang="en-IN" sz="1200" dirty="0"/>
          </a:p>
        </p:txBody>
      </p:sp>
      <p:sp>
        <p:nvSpPr>
          <p:cNvPr id="217" name="Rectangle 216">
            <a:extLst>
              <a:ext uri="{FF2B5EF4-FFF2-40B4-BE49-F238E27FC236}">
                <a16:creationId xmlns:a16="http://schemas.microsoft.com/office/drawing/2014/main" id="{1F33BF1D-33D6-CA39-2830-D73F58504B2C}"/>
              </a:ext>
            </a:extLst>
          </p:cNvPr>
          <p:cNvSpPr/>
          <p:nvPr/>
        </p:nvSpPr>
        <p:spPr>
          <a:xfrm>
            <a:off x="7134281" y="3098535"/>
            <a:ext cx="504056" cy="3739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t>LP</a:t>
            </a:r>
          </a:p>
          <a:p>
            <a:pPr algn="ctr"/>
            <a:r>
              <a:rPr lang="en-IN" sz="1100" dirty="0"/>
              <a:t>PMIC</a:t>
            </a:r>
          </a:p>
        </p:txBody>
      </p:sp>
      <p:sp>
        <p:nvSpPr>
          <p:cNvPr id="218" name="Rectangle 217">
            <a:extLst>
              <a:ext uri="{FF2B5EF4-FFF2-40B4-BE49-F238E27FC236}">
                <a16:creationId xmlns:a16="http://schemas.microsoft.com/office/drawing/2014/main" id="{9167527D-6CA4-0C65-F6C7-76353CD65925}"/>
              </a:ext>
            </a:extLst>
          </p:cNvPr>
          <p:cNvSpPr/>
          <p:nvPr/>
        </p:nvSpPr>
        <p:spPr>
          <a:xfrm>
            <a:off x="5754689" y="2539229"/>
            <a:ext cx="504056" cy="3739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t>LED,</a:t>
            </a:r>
          </a:p>
          <a:p>
            <a:pPr algn="ctr"/>
            <a:r>
              <a:rPr lang="en-IN" sz="1100" dirty="0"/>
              <a:t>BTN</a:t>
            </a:r>
            <a:endParaRPr lang="en-IN" sz="1200" dirty="0"/>
          </a:p>
        </p:txBody>
      </p:sp>
      <p:cxnSp>
        <p:nvCxnSpPr>
          <p:cNvPr id="220" name="Straight Connector 219">
            <a:extLst>
              <a:ext uri="{FF2B5EF4-FFF2-40B4-BE49-F238E27FC236}">
                <a16:creationId xmlns:a16="http://schemas.microsoft.com/office/drawing/2014/main" id="{9703E818-855B-B31C-29B7-C1DD49063ADE}"/>
              </a:ext>
            </a:extLst>
          </p:cNvPr>
          <p:cNvCxnSpPr>
            <a:cxnSpLocks/>
          </p:cNvCxnSpPr>
          <p:nvPr/>
        </p:nvCxnSpPr>
        <p:spPr>
          <a:xfrm>
            <a:off x="4572000" y="985292"/>
            <a:ext cx="0" cy="432048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21" name="TextBox 220">
            <a:extLst>
              <a:ext uri="{FF2B5EF4-FFF2-40B4-BE49-F238E27FC236}">
                <a16:creationId xmlns:a16="http://schemas.microsoft.com/office/drawing/2014/main" id="{3C75F4AC-BD43-3A21-714D-E011DE476A89}"/>
              </a:ext>
            </a:extLst>
          </p:cNvPr>
          <p:cNvSpPr txBox="1"/>
          <p:nvPr/>
        </p:nvSpPr>
        <p:spPr>
          <a:xfrm>
            <a:off x="4687889" y="3812475"/>
            <a:ext cx="2133600" cy="1277273"/>
          </a:xfrm>
          <a:prstGeom prst="rect">
            <a:avLst/>
          </a:prstGeom>
          <a:noFill/>
        </p:spPr>
        <p:txBody>
          <a:bodyPr wrap="square" rtlCol="0">
            <a:spAutoFit/>
          </a:bodyPr>
          <a:lstStyle/>
          <a:p>
            <a:r>
              <a:rPr lang="en-IN" sz="1100" dirty="0"/>
              <a:t>CLB: Configurable Logic Block</a:t>
            </a:r>
          </a:p>
          <a:p>
            <a:r>
              <a:rPr lang="en-IN" sz="1100" dirty="0"/>
              <a:t>LP MCU: Low Power MCU</a:t>
            </a:r>
          </a:p>
          <a:p>
            <a:r>
              <a:rPr lang="en-IN" sz="1100" dirty="0"/>
              <a:t>RTC:  Real Time Clock</a:t>
            </a:r>
          </a:p>
          <a:p>
            <a:r>
              <a:rPr lang="en-IN" sz="1100" dirty="0"/>
              <a:t>TH SNS: Temperature Sensor</a:t>
            </a:r>
          </a:p>
          <a:p>
            <a:r>
              <a:rPr lang="en-IN" sz="1100" dirty="0"/>
              <a:t>LP PMIC: Low Power PMIC</a:t>
            </a:r>
          </a:p>
          <a:p>
            <a:r>
              <a:rPr lang="en-IN" sz="1100" dirty="0"/>
              <a:t>XTAL: External Crystal</a:t>
            </a:r>
          </a:p>
          <a:p>
            <a:r>
              <a:rPr lang="en-IN" sz="1100" dirty="0"/>
              <a:t>USBC: USB-C Connector</a:t>
            </a:r>
          </a:p>
        </p:txBody>
      </p:sp>
      <p:cxnSp>
        <p:nvCxnSpPr>
          <p:cNvPr id="6" name="Straight Connector 5">
            <a:extLst>
              <a:ext uri="{FF2B5EF4-FFF2-40B4-BE49-F238E27FC236}">
                <a16:creationId xmlns:a16="http://schemas.microsoft.com/office/drawing/2014/main" id="{E91D89BB-4094-9901-9DBA-2415DA4BCE87}"/>
              </a:ext>
            </a:extLst>
          </p:cNvPr>
          <p:cNvCxnSpPr/>
          <p:nvPr/>
        </p:nvCxnSpPr>
        <p:spPr>
          <a:xfrm>
            <a:off x="3234662" y="3733913"/>
            <a:ext cx="432048" cy="0"/>
          </a:xfrm>
          <a:prstGeom prst="line">
            <a:avLst/>
          </a:prstGeom>
          <a:ln w="19050">
            <a:solidFill>
              <a:schemeClr val="tx1">
                <a:lumMod val="50000"/>
                <a:lumOff val="50000"/>
              </a:schemeClr>
            </a:solidFill>
            <a:prstDash val="sysDot"/>
          </a:ln>
        </p:spPr>
        <p:style>
          <a:lnRef idx="2">
            <a:schemeClr val="accent6"/>
          </a:lnRef>
          <a:fillRef idx="0">
            <a:schemeClr val="accent6"/>
          </a:fillRef>
          <a:effectRef idx="1">
            <a:schemeClr val="accent6"/>
          </a:effectRef>
          <a:fontRef idx="minor">
            <a:schemeClr val="tx1"/>
          </a:fontRef>
        </p:style>
      </p:cxnSp>
      <p:cxnSp>
        <p:nvCxnSpPr>
          <p:cNvPr id="7" name="Straight Connector 6">
            <a:extLst>
              <a:ext uri="{FF2B5EF4-FFF2-40B4-BE49-F238E27FC236}">
                <a16:creationId xmlns:a16="http://schemas.microsoft.com/office/drawing/2014/main" id="{623EB44B-E408-AFFC-0594-DC346793C7AB}"/>
              </a:ext>
            </a:extLst>
          </p:cNvPr>
          <p:cNvCxnSpPr/>
          <p:nvPr/>
        </p:nvCxnSpPr>
        <p:spPr>
          <a:xfrm>
            <a:off x="3234662" y="3525032"/>
            <a:ext cx="432048" cy="0"/>
          </a:xfrm>
          <a:prstGeom prst="line">
            <a:avLst/>
          </a:prstGeom>
          <a:ln w="19050">
            <a:solidFill>
              <a:schemeClr val="tx1">
                <a:lumMod val="50000"/>
                <a:lumOff val="50000"/>
              </a:schemeClr>
            </a:solidFill>
            <a:prstDash val="sysDot"/>
          </a:ln>
        </p:spPr>
        <p:style>
          <a:lnRef idx="2">
            <a:schemeClr val="accent6"/>
          </a:lnRef>
          <a:fillRef idx="0">
            <a:schemeClr val="accent6"/>
          </a:fillRef>
          <a:effectRef idx="1">
            <a:schemeClr val="accent6"/>
          </a:effectRef>
          <a:fontRef idx="minor">
            <a:schemeClr val="tx1"/>
          </a:fontRef>
        </p:style>
      </p:cxnSp>
      <p:cxnSp>
        <p:nvCxnSpPr>
          <p:cNvPr id="8" name="Straight Connector 7">
            <a:extLst>
              <a:ext uri="{FF2B5EF4-FFF2-40B4-BE49-F238E27FC236}">
                <a16:creationId xmlns:a16="http://schemas.microsoft.com/office/drawing/2014/main" id="{7B67849F-609A-F908-BF63-46C73F7F64EB}"/>
              </a:ext>
            </a:extLst>
          </p:cNvPr>
          <p:cNvCxnSpPr/>
          <p:nvPr/>
        </p:nvCxnSpPr>
        <p:spPr>
          <a:xfrm>
            <a:off x="3234662" y="3318949"/>
            <a:ext cx="432048" cy="0"/>
          </a:xfrm>
          <a:prstGeom prst="line">
            <a:avLst/>
          </a:prstGeom>
          <a:ln w="19050">
            <a:solidFill>
              <a:schemeClr val="tx1">
                <a:lumMod val="50000"/>
                <a:lumOff val="50000"/>
              </a:schemeClr>
            </a:solidFill>
            <a:prstDash val="sysDot"/>
          </a:ln>
        </p:spPr>
        <p:style>
          <a:lnRef idx="2">
            <a:schemeClr val="accent6"/>
          </a:lnRef>
          <a:fillRef idx="0">
            <a:schemeClr val="accent6"/>
          </a:fillRef>
          <a:effectRef idx="1">
            <a:schemeClr val="accent6"/>
          </a:effectRef>
          <a:fontRef idx="minor">
            <a:schemeClr val="tx1"/>
          </a:fontRef>
        </p:style>
      </p:cxnSp>
      <p:cxnSp>
        <p:nvCxnSpPr>
          <p:cNvPr id="9" name="Straight Connector 8">
            <a:extLst>
              <a:ext uri="{FF2B5EF4-FFF2-40B4-BE49-F238E27FC236}">
                <a16:creationId xmlns:a16="http://schemas.microsoft.com/office/drawing/2014/main" id="{BF4C0F45-E861-32B7-1D82-7A1A04C2F384}"/>
              </a:ext>
            </a:extLst>
          </p:cNvPr>
          <p:cNvCxnSpPr/>
          <p:nvPr/>
        </p:nvCxnSpPr>
        <p:spPr>
          <a:xfrm>
            <a:off x="3234662" y="3110275"/>
            <a:ext cx="432048" cy="0"/>
          </a:xfrm>
          <a:prstGeom prst="line">
            <a:avLst/>
          </a:prstGeom>
          <a:ln w="19050">
            <a:solidFill>
              <a:schemeClr val="tx1">
                <a:lumMod val="50000"/>
                <a:lumOff val="50000"/>
              </a:schemeClr>
            </a:solidFill>
            <a:prstDash val="sysDot"/>
          </a:ln>
        </p:spPr>
        <p:style>
          <a:lnRef idx="2">
            <a:schemeClr val="accent6"/>
          </a:lnRef>
          <a:fillRef idx="0">
            <a:schemeClr val="accent6"/>
          </a:fillRef>
          <a:effectRef idx="1">
            <a:schemeClr val="accent6"/>
          </a:effectRef>
          <a:fontRef idx="minor">
            <a:schemeClr val="tx1"/>
          </a:fontRef>
        </p:style>
      </p:cxnSp>
      <p:cxnSp>
        <p:nvCxnSpPr>
          <p:cNvPr id="10" name="Straight Connector 9">
            <a:extLst>
              <a:ext uri="{FF2B5EF4-FFF2-40B4-BE49-F238E27FC236}">
                <a16:creationId xmlns:a16="http://schemas.microsoft.com/office/drawing/2014/main" id="{7484ACAA-8522-BF2B-372B-54DBA65580BC}"/>
              </a:ext>
            </a:extLst>
          </p:cNvPr>
          <p:cNvCxnSpPr/>
          <p:nvPr/>
        </p:nvCxnSpPr>
        <p:spPr>
          <a:xfrm>
            <a:off x="3234662" y="2913510"/>
            <a:ext cx="432048" cy="0"/>
          </a:xfrm>
          <a:prstGeom prst="line">
            <a:avLst/>
          </a:prstGeom>
          <a:ln w="19050">
            <a:solidFill>
              <a:schemeClr val="tx1">
                <a:lumMod val="50000"/>
                <a:lumOff val="50000"/>
              </a:schemeClr>
            </a:solidFill>
            <a:prstDash val="sysDot"/>
          </a:ln>
        </p:spPr>
        <p:style>
          <a:lnRef idx="2">
            <a:schemeClr val="accent6"/>
          </a:lnRef>
          <a:fillRef idx="0">
            <a:schemeClr val="accent6"/>
          </a:fillRef>
          <a:effectRef idx="1">
            <a:schemeClr val="accent6"/>
          </a:effectRef>
          <a:fontRef idx="minor">
            <a:schemeClr val="tx1"/>
          </a:fontRef>
        </p:style>
      </p:cxnSp>
      <p:cxnSp>
        <p:nvCxnSpPr>
          <p:cNvPr id="13" name="Straight Connector 12">
            <a:extLst>
              <a:ext uri="{FF2B5EF4-FFF2-40B4-BE49-F238E27FC236}">
                <a16:creationId xmlns:a16="http://schemas.microsoft.com/office/drawing/2014/main" id="{60FC494C-736A-7463-B1DD-94402BFCAF73}"/>
              </a:ext>
            </a:extLst>
          </p:cNvPr>
          <p:cNvCxnSpPr/>
          <p:nvPr/>
        </p:nvCxnSpPr>
        <p:spPr>
          <a:xfrm>
            <a:off x="3234662" y="2704833"/>
            <a:ext cx="432048" cy="0"/>
          </a:xfrm>
          <a:prstGeom prst="line">
            <a:avLst/>
          </a:prstGeom>
          <a:ln w="19050">
            <a:solidFill>
              <a:schemeClr val="tx1">
                <a:lumMod val="50000"/>
                <a:lumOff val="50000"/>
              </a:schemeClr>
            </a:solidFill>
            <a:prstDash val="sysDot"/>
          </a:ln>
        </p:spPr>
        <p:style>
          <a:lnRef idx="2">
            <a:schemeClr val="accent6"/>
          </a:lnRef>
          <a:fillRef idx="0">
            <a:schemeClr val="accent6"/>
          </a:fillRef>
          <a:effectRef idx="1">
            <a:schemeClr val="accent6"/>
          </a:effectRef>
          <a:fontRef idx="minor">
            <a:schemeClr val="tx1"/>
          </a:fontRef>
        </p:style>
      </p:cxnSp>
      <p:cxnSp>
        <p:nvCxnSpPr>
          <p:cNvPr id="14" name="Straight Connector 13">
            <a:extLst>
              <a:ext uri="{FF2B5EF4-FFF2-40B4-BE49-F238E27FC236}">
                <a16:creationId xmlns:a16="http://schemas.microsoft.com/office/drawing/2014/main" id="{F09AA34B-A4CE-5EE9-BA7F-FAD963DB54DE}"/>
              </a:ext>
            </a:extLst>
          </p:cNvPr>
          <p:cNvCxnSpPr/>
          <p:nvPr/>
        </p:nvCxnSpPr>
        <p:spPr>
          <a:xfrm>
            <a:off x="3234662" y="2281848"/>
            <a:ext cx="432048" cy="0"/>
          </a:xfrm>
          <a:prstGeom prst="line">
            <a:avLst/>
          </a:prstGeom>
          <a:ln w="19050">
            <a:solidFill>
              <a:schemeClr val="tx1">
                <a:lumMod val="50000"/>
                <a:lumOff val="50000"/>
              </a:schemeClr>
            </a:solidFill>
            <a:prstDash val="sysDot"/>
          </a:ln>
        </p:spPr>
        <p:style>
          <a:lnRef idx="2">
            <a:schemeClr val="accent6"/>
          </a:lnRef>
          <a:fillRef idx="0">
            <a:schemeClr val="accent6"/>
          </a:fillRef>
          <a:effectRef idx="1">
            <a:schemeClr val="accent6"/>
          </a:effectRef>
          <a:fontRef idx="minor">
            <a:schemeClr val="tx1"/>
          </a:fontRef>
        </p:style>
      </p:cxnSp>
      <p:cxnSp>
        <p:nvCxnSpPr>
          <p:cNvPr id="16" name="Straight Connector 15">
            <a:extLst>
              <a:ext uri="{FF2B5EF4-FFF2-40B4-BE49-F238E27FC236}">
                <a16:creationId xmlns:a16="http://schemas.microsoft.com/office/drawing/2014/main" id="{31C76E80-B88C-A449-EFDB-1B238715B57E}"/>
              </a:ext>
            </a:extLst>
          </p:cNvPr>
          <p:cNvCxnSpPr/>
          <p:nvPr/>
        </p:nvCxnSpPr>
        <p:spPr>
          <a:xfrm>
            <a:off x="3234662" y="2497872"/>
            <a:ext cx="432048" cy="0"/>
          </a:xfrm>
          <a:prstGeom prst="line">
            <a:avLst/>
          </a:prstGeom>
          <a:ln w="19050">
            <a:solidFill>
              <a:schemeClr val="tx1">
                <a:lumMod val="50000"/>
                <a:lumOff val="50000"/>
              </a:schemeClr>
            </a:solidFill>
            <a:prstDash val="sysDot"/>
          </a:ln>
        </p:spPr>
        <p:style>
          <a:lnRef idx="2">
            <a:schemeClr val="accent6"/>
          </a:lnRef>
          <a:fillRef idx="0">
            <a:schemeClr val="accent6"/>
          </a:fillRef>
          <a:effectRef idx="1">
            <a:schemeClr val="accent6"/>
          </a:effectRef>
          <a:fontRef idx="minor">
            <a:schemeClr val="tx1"/>
          </a:fontRef>
        </p:style>
      </p:cxnSp>
      <p:cxnSp>
        <p:nvCxnSpPr>
          <p:cNvPr id="17" name="Straight Connector 16">
            <a:extLst>
              <a:ext uri="{FF2B5EF4-FFF2-40B4-BE49-F238E27FC236}">
                <a16:creationId xmlns:a16="http://schemas.microsoft.com/office/drawing/2014/main" id="{BA612FC0-28A6-D55B-BA0A-83988723A948}"/>
              </a:ext>
            </a:extLst>
          </p:cNvPr>
          <p:cNvCxnSpPr/>
          <p:nvPr/>
        </p:nvCxnSpPr>
        <p:spPr>
          <a:xfrm rot="16200000" flipV="1">
            <a:off x="991721" y="1950384"/>
            <a:ext cx="432048" cy="0"/>
          </a:xfrm>
          <a:prstGeom prst="line">
            <a:avLst/>
          </a:prstGeom>
          <a:ln w="19050">
            <a:solidFill>
              <a:schemeClr val="tx1">
                <a:lumMod val="50000"/>
                <a:lumOff val="50000"/>
              </a:schemeClr>
            </a:solidFill>
            <a:prstDash val="sysDot"/>
          </a:ln>
        </p:spPr>
        <p:style>
          <a:lnRef idx="2">
            <a:schemeClr val="accent6"/>
          </a:lnRef>
          <a:fillRef idx="0">
            <a:schemeClr val="accent6"/>
          </a:fillRef>
          <a:effectRef idx="1">
            <a:schemeClr val="accent6"/>
          </a:effectRef>
          <a:fontRef idx="minor">
            <a:schemeClr val="tx1"/>
          </a:fontRef>
        </p:style>
      </p:cxnSp>
      <p:cxnSp>
        <p:nvCxnSpPr>
          <p:cNvPr id="18" name="Straight Connector 17">
            <a:extLst>
              <a:ext uri="{FF2B5EF4-FFF2-40B4-BE49-F238E27FC236}">
                <a16:creationId xmlns:a16="http://schemas.microsoft.com/office/drawing/2014/main" id="{EC871DE3-079C-79BB-610F-0F627D2B02DC}"/>
              </a:ext>
            </a:extLst>
          </p:cNvPr>
          <p:cNvCxnSpPr/>
          <p:nvPr/>
        </p:nvCxnSpPr>
        <p:spPr>
          <a:xfrm rot="16200000" flipV="1">
            <a:off x="1267667" y="1950384"/>
            <a:ext cx="432048" cy="0"/>
          </a:xfrm>
          <a:prstGeom prst="line">
            <a:avLst/>
          </a:prstGeom>
          <a:ln w="19050">
            <a:solidFill>
              <a:schemeClr val="tx1">
                <a:lumMod val="50000"/>
                <a:lumOff val="50000"/>
              </a:schemeClr>
            </a:solidFill>
            <a:prstDash val="sysDot"/>
          </a:ln>
        </p:spPr>
        <p:style>
          <a:lnRef idx="2">
            <a:schemeClr val="accent6"/>
          </a:lnRef>
          <a:fillRef idx="0">
            <a:schemeClr val="accent6"/>
          </a:fillRef>
          <a:effectRef idx="1">
            <a:schemeClr val="accent6"/>
          </a:effectRef>
          <a:fontRef idx="minor">
            <a:schemeClr val="tx1"/>
          </a:fontRef>
        </p:style>
      </p:cxnSp>
      <p:cxnSp>
        <p:nvCxnSpPr>
          <p:cNvPr id="19" name="Straight Connector 18">
            <a:extLst>
              <a:ext uri="{FF2B5EF4-FFF2-40B4-BE49-F238E27FC236}">
                <a16:creationId xmlns:a16="http://schemas.microsoft.com/office/drawing/2014/main" id="{E8DEDF2C-1F13-C5A4-AE2C-72DC355F05D2}"/>
              </a:ext>
            </a:extLst>
          </p:cNvPr>
          <p:cNvCxnSpPr/>
          <p:nvPr/>
        </p:nvCxnSpPr>
        <p:spPr>
          <a:xfrm rot="16200000" flipV="1">
            <a:off x="1539916" y="1950384"/>
            <a:ext cx="432048" cy="0"/>
          </a:xfrm>
          <a:prstGeom prst="line">
            <a:avLst/>
          </a:prstGeom>
          <a:ln w="19050">
            <a:solidFill>
              <a:schemeClr val="tx1">
                <a:lumMod val="50000"/>
                <a:lumOff val="50000"/>
              </a:schemeClr>
            </a:solidFill>
            <a:prstDash val="sysDot"/>
          </a:ln>
        </p:spPr>
        <p:style>
          <a:lnRef idx="2">
            <a:schemeClr val="accent6"/>
          </a:lnRef>
          <a:fillRef idx="0">
            <a:schemeClr val="accent6"/>
          </a:fillRef>
          <a:effectRef idx="1">
            <a:schemeClr val="accent6"/>
          </a:effectRef>
          <a:fontRef idx="minor">
            <a:schemeClr val="tx1"/>
          </a:fontRef>
        </p:style>
      </p:cxnSp>
      <p:cxnSp>
        <p:nvCxnSpPr>
          <p:cNvPr id="20" name="Straight Connector 19">
            <a:extLst>
              <a:ext uri="{FF2B5EF4-FFF2-40B4-BE49-F238E27FC236}">
                <a16:creationId xmlns:a16="http://schemas.microsoft.com/office/drawing/2014/main" id="{C41DF82B-882F-1ADD-7BDD-E222AB3136EF}"/>
              </a:ext>
            </a:extLst>
          </p:cNvPr>
          <p:cNvCxnSpPr/>
          <p:nvPr/>
        </p:nvCxnSpPr>
        <p:spPr>
          <a:xfrm rot="16200000" flipV="1">
            <a:off x="1802889" y="1950384"/>
            <a:ext cx="432048" cy="0"/>
          </a:xfrm>
          <a:prstGeom prst="line">
            <a:avLst/>
          </a:prstGeom>
          <a:ln w="19050">
            <a:solidFill>
              <a:schemeClr val="tx1">
                <a:lumMod val="50000"/>
                <a:lumOff val="50000"/>
              </a:schemeClr>
            </a:solidFill>
            <a:prstDash val="sysDot"/>
          </a:ln>
        </p:spPr>
        <p:style>
          <a:lnRef idx="2">
            <a:schemeClr val="accent6"/>
          </a:lnRef>
          <a:fillRef idx="0">
            <a:schemeClr val="accent6"/>
          </a:fillRef>
          <a:effectRef idx="1">
            <a:schemeClr val="accent6"/>
          </a:effectRef>
          <a:fontRef idx="minor">
            <a:schemeClr val="tx1"/>
          </a:fontRef>
        </p:style>
      </p:cxnSp>
      <p:cxnSp>
        <p:nvCxnSpPr>
          <p:cNvPr id="21" name="Straight Connector 20">
            <a:extLst>
              <a:ext uri="{FF2B5EF4-FFF2-40B4-BE49-F238E27FC236}">
                <a16:creationId xmlns:a16="http://schemas.microsoft.com/office/drawing/2014/main" id="{70E934EC-3459-56BF-3BB8-AEA3C6AF5345}"/>
              </a:ext>
            </a:extLst>
          </p:cNvPr>
          <p:cNvCxnSpPr/>
          <p:nvPr/>
        </p:nvCxnSpPr>
        <p:spPr>
          <a:xfrm rot="16200000" flipV="1">
            <a:off x="2075529" y="1950384"/>
            <a:ext cx="432048" cy="0"/>
          </a:xfrm>
          <a:prstGeom prst="line">
            <a:avLst/>
          </a:prstGeom>
          <a:ln w="19050">
            <a:solidFill>
              <a:schemeClr val="tx1">
                <a:lumMod val="50000"/>
                <a:lumOff val="50000"/>
              </a:schemeClr>
            </a:solidFill>
            <a:prstDash val="sysDot"/>
          </a:ln>
        </p:spPr>
        <p:style>
          <a:lnRef idx="2">
            <a:schemeClr val="accent6"/>
          </a:lnRef>
          <a:fillRef idx="0">
            <a:schemeClr val="accent6"/>
          </a:fillRef>
          <a:effectRef idx="1">
            <a:schemeClr val="accent6"/>
          </a:effectRef>
          <a:fontRef idx="minor">
            <a:schemeClr val="tx1"/>
          </a:fontRef>
        </p:style>
      </p:cxnSp>
      <p:cxnSp>
        <p:nvCxnSpPr>
          <p:cNvPr id="22" name="Straight Connector 21">
            <a:extLst>
              <a:ext uri="{FF2B5EF4-FFF2-40B4-BE49-F238E27FC236}">
                <a16:creationId xmlns:a16="http://schemas.microsoft.com/office/drawing/2014/main" id="{E90CA9E9-0B50-ED04-5840-D4477310D3AC}"/>
              </a:ext>
            </a:extLst>
          </p:cNvPr>
          <p:cNvCxnSpPr/>
          <p:nvPr/>
        </p:nvCxnSpPr>
        <p:spPr>
          <a:xfrm rot="16200000" flipV="1">
            <a:off x="2341680" y="1950384"/>
            <a:ext cx="432048" cy="0"/>
          </a:xfrm>
          <a:prstGeom prst="line">
            <a:avLst/>
          </a:prstGeom>
          <a:ln w="19050">
            <a:solidFill>
              <a:schemeClr val="tx1">
                <a:lumMod val="50000"/>
                <a:lumOff val="50000"/>
              </a:schemeClr>
            </a:solidFill>
            <a:prstDash val="sysDot"/>
          </a:ln>
        </p:spPr>
        <p:style>
          <a:lnRef idx="2">
            <a:schemeClr val="accent6"/>
          </a:lnRef>
          <a:fillRef idx="0">
            <a:schemeClr val="accent6"/>
          </a:fillRef>
          <a:effectRef idx="1">
            <a:schemeClr val="accent6"/>
          </a:effectRef>
          <a:fontRef idx="minor">
            <a:schemeClr val="tx1"/>
          </a:fontRef>
        </p:style>
      </p:cxnSp>
      <p:cxnSp>
        <p:nvCxnSpPr>
          <p:cNvPr id="23" name="Straight Connector 22">
            <a:extLst>
              <a:ext uri="{FF2B5EF4-FFF2-40B4-BE49-F238E27FC236}">
                <a16:creationId xmlns:a16="http://schemas.microsoft.com/office/drawing/2014/main" id="{09C70EBB-F210-F88D-BF17-A3B95B7769C8}"/>
              </a:ext>
            </a:extLst>
          </p:cNvPr>
          <p:cNvCxnSpPr/>
          <p:nvPr/>
        </p:nvCxnSpPr>
        <p:spPr>
          <a:xfrm rot="16200000" flipV="1">
            <a:off x="2874622" y="1950384"/>
            <a:ext cx="432048" cy="0"/>
          </a:xfrm>
          <a:prstGeom prst="line">
            <a:avLst/>
          </a:prstGeom>
          <a:ln w="19050">
            <a:solidFill>
              <a:schemeClr val="tx1">
                <a:lumMod val="50000"/>
                <a:lumOff val="50000"/>
              </a:schemeClr>
            </a:solidFill>
            <a:prstDash val="sysDot"/>
          </a:ln>
        </p:spPr>
        <p:style>
          <a:lnRef idx="2">
            <a:schemeClr val="accent6"/>
          </a:lnRef>
          <a:fillRef idx="0">
            <a:schemeClr val="accent6"/>
          </a:fillRef>
          <a:effectRef idx="1">
            <a:schemeClr val="accent6"/>
          </a:effectRef>
          <a:fontRef idx="minor">
            <a:schemeClr val="tx1"/>
          </a:fontRef>
        </p:style>
      </p:cxnSp>
      <p:cxnSp>
        <p:nvCxnSpPr>
          <p:cNvPr id="24" name="Straight Connector 23">
            <a:extLst>
              <a:ext uri="{FF2B5EF4-FFF2-40B4-BE49-F238E27FC236}">
                <a16:creationId xmlns:a16="http://schemas.microsoft.com/office/drawing/2014/main" id="{95E47C0A-AAD3-C8BB-5A66-0DF53B149A34}"/>
              </a:ext>
            </a:extLst>
          </p:cNvPr>
          <p:cNvCxnSpPr/>
          <p:nvPr/>
        </p:nvCxnSpPr>
        <p:spPr>
          <a:xfrm rot="16200000" flipV="1">
            <a:off x="2602390" y="1950384"/>
            <a:ext cx="432048" cy="0"/>
          </a:xfrm>
          <a:prstGeom prst="line">
            <a:avLst/>
          </a:prstGeom>
          <a:ln w="19050">
            <a:solidFill>
              <a:schemeClr val="tx1">
                <a:lumMod val="50000"/>
                <a:lumOff val="50000"/>
              </a:schemeClr>
            </a:solidFill>
            <a:prstDash val="sysDot"/>
          </a:ln>
        </p:spPr>
        <p:style>
          <a:lnRef idx="2">
            <a:schemeClr val="accent6"/>
          </a:lnRef>
          <a:fillRef idx="0">
            <a:schemeClr val="accent6"/>
          </a:fillRef>
          <a:effectRef idx="1">
            <a:schemeClr val="accent6"/>
          </a:effectRef>
          <a:fontRef idx="minor">
            <a:schemeClr val="tx1"/>
          </a:fontRef>
        </p:style>
      </p:cxnSp>
      <p:sp>
        <p:nvSpPr>
          <p:cNvPr id="29" name="Rectangle 28">
            <a:extLst>
              <a:ext uri="{FF2B5EF4-FFF2-40B4-BE49-F238E27FC236}">
                <a16:creationId xmlns:a16="http://schemas.microsoft.com/office/drawing/2014/main" id="{2BCBC088-E6CB-784A-D346-6C8301640A94}"/>
              </a:ext>
            </a:extLst>
          </p:cNvPr>
          <p:cNvSpPr/>
          <p:nvPr/>
        </p:nvSpPr>
        <p:spPr>
          <a:xfrm>
            <a:off x="6444485" y="2538214"/>
            <a:ext cx="504056" cy="3739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t>XTAL</a:t>
            </a:r>
            <a:endParaRPr lang="en-IN" sz="1200" dirty="0"/>
          </a:p>
        </p:txBody>
      </p:sp>
      <p:cxnSp>
        <p:nvCxnSpPr>
          <p:cNvPr id="31" name="Straight Connector 30">
            <a:extLst>
              <a:ext uri="{FF2B5EF4-FFF2-40B4-BE49-F238E27FC236}">
                <a16:creationId xmlns:a16="http://schemas.microsoft.com/office/drawing/2014/main" id="{A49F51A6-1D60-5B92-1AF4-E2D2C1F195BA}"/>
              </a:ext>
            </a:extLst>
          </p:cNvPr>
          <p:cNvCxnSpPr>
            <a:cxnSpLocks/>
          </p:cNvCxnSpPr>
          <p:nvPr/>
        </p:nvCxnSpPr>
        <p:spPr>
          <a:xfrm flipV="1">
            <a:off x="3234662" y="1708817"/>
            <a:ext cx="457290" cy="463517"/>
          </a:xfrm>
          <a:prstGeom prst="line">
            <a:avLst/>
          </a:prstGeom>
          <a:ln w="63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415EDD6-4C46-B241-C333-BF8B05302A8E}"/>
              </a:ext>
            </a:extLst>
          </p:cNvPr>
          <p:cNvCxnSpPr>
            <a:cxnSpLocks/>
          </p:cNvCxnSpPr>
          <p:nvPr/>
        </p:nvCxnSpPr>
        <p:spPr>
          <a:xfrm>
            <a:off x="1168686" y="2065412"/>
            <a:ext cx="2178000" cy="0"/>
          </a:xfrm>
          <a:prstGeom prst="line">
            <a:avLst/>
          </a:prstGeom>
          <a:ln w="63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E58119F-8256-42A9-AB68-152FCBF91815}"/>
              </a:ext>
            </a:extLst>
          </p:cNvPr>
          <p:cNvCxnSpPr>
            <a:cxnSpLocks/>
          </p:cNvCxnSpPr>
          <p:nvPr/>
        </p:nvCxnSpPr>
        <p:spPr>
          <a:xfrm>
            <a:off x="3343286" y="2065412"/>
            <a:ext cx="0" cy="1728192"/>
          </a:xfrm>
          <a:prstGeom prst="line">
            <a:avLst/>
          </a:prstGeom>
          <a:ln w="63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4A3D362F-0616-DFC5-8219-750F851CAD50}"/>
              </a:ext>
            </a:extLst>
          </p:cNvPr>
          <p:cNvCxnSpPr>
            <a:cxnSpLocks/>
          </p:cNvCxnSpPr>
          <p:nvPr/>
        </p:nvCxnSpPr>
        <p:spPr>
          <a:xfrm>
            <a:off x="1168686" y="1930527"/>
            <a:ext cx="2304000" cy="0"/>
          </a:xfrm>
          <a:prstGeom prst="line">
            <a:avLst/>
          </a:prstGeom>
          <a:ln w="63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62CDF32-4BA2-E25B-7601-BC23FCA7009F}"/>
              </a:ext>
            </a:extLst>
          </p:cNvPr>
          <p:cNvCxnSpPr>
            <a:cxnSpLocks/>
          </p:cNvCxnSpPr>
          <p:nvPr/>
        </p:nvCxnSpPr>
        <p:spPr>
          <a:xfrm>
            <a:off x="3470305" y="1930527"/>
            <a:ext cx="0" cy="1863079"/>
          </a:xfrm>
          <a:prstGeom prst="line">
            <a:avLst/>
          </a:prstGeom>
          <a:ln w="63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76EE3E2-653B-2132-6BD7-AD00667E3C61}"/>
              </a:ext>
            </a:extLst>
          </p:cNvPr>
          <p:cNvCxnSpPr>
            <a:cxnSpLocks/>
          </p:cNvCxnSpPr>
          <p:nvPr/>
        </p:nvCxnSpPr>
        <p:spPr>
          <a:xfrm>
            <a:off x="1168686" y="1808333"/>
            <a:ext cx="2422254" cy="0"/>
          </a:xfrm>
          <a:prstGeom prst="line">
            <a:avLst/>
          </a:prstGeom>
          <a:ln w="63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85A8459-A798-15D9-56CC-D6F914AFEA28}"/>
              </a:ext>
            </a:extLst>
          </p:cNvPr>
          <p:cNvCxnSpPr>
            <a:cxnSpLocks/>
          </p:cNvCxnSpPr>
          <p:nvPr/>
        </p:nvCxnSpPr>
        <p:spPr>
          <a:xfrm>
            <a:off x="3590940" y="1826752"/>
            <a:ext cx="0" cy="1966852"/>
          </a:xfrm>
          <a:prstGeom prst="line">
            <a:avLst/>
          </a:prstGeom>
          <a:ln w="63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30D858A1-6FD4-59C4-8329-05DF384F6718}"/>
              </a:ext>
            </a:extLst>
          </p:cNvPr>
          <p:cNvSpPr/>
          <p:nvPr/>
        </p:nvSpPr>
        <p:spPr>
          <a:xfrm>
            <a:off x="6444485" y="1981749"/>
            <a:ext cx="504056" cy="3739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t>USBC</a:t>
            </a:r>
            <a:endParaRPr lang="en-IN" sz="1200" dirty="0"/>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Connector: Elbow 45">
            <a:extLst>
              <a:ext uri="{FF2B5EF4-FFF2-40B4-BE49-F238E27FC236}">
                <a16:creationId xmlns:a16="http://schemas.microsoft.com/office/drawing/2014/main" id="{7F275060-18AA-F771-B62E-E5093A73A6E8}"/>
              </a:ext>
            </a:extLst>
          </p:cNvPr>
          <p:cNvCxnSpPr>
            <a:stCxn id="6" idx="3"/>
          </p:cNvCxnSpPr>
          <p:nvPr/>
        </p:nvCxnSpPr>
        <p:spPr>
          <a:xfrm flipV="1">
            <a:off x="3988122" y="3728068"/>
            <a:ext cx="2312244" cy="685642"/>
          </a:xfrm>
          <a:prstGeom prst="bentConnector3">
            <a:avLst>
              <a:gd name="adj1" fmla="val 12926"/>
            </a:avLst>
          </a:prstGeom>
          <a:ln>
            <a:prstDash val="sysDot"/>
            <a:tailEnd type="triangle"/>
          </a:ln>
        </p:spPr>
        <p:style>
          <a:lnRef idx="2">
            <a:schemeClr val="accent2"/>
          </a:lnRef>
          <a:fillRef idx="0">
            <a:schemeClr val="accent2"/>
          </a:fillRef>
          <a:effectRef idx="1">
            <a:schemeClr val="accent2"/>
          </a:effectRef>
          <a:fontRef idx="minor">
            <a:schemeClr val="tx1"/>
          </a:fontRef>
        </p:style>
      </p:cxnSp>
      <p:cxnSp>
        <p:nvCxnSpPr>
          <p:cNvPr id="56" name="Connector: Elbow 55">
            <a:extLst>
              <a:ext uri="{FF2B5EF4-FFF2-40B4-BE49-F238E27FC236}">
                <a16:creationId xmlns:a16="http://schemas.microsoft.com/office/drawing/2014/main" id="{15300E0F-B8BA-7B9A-4A6C-75566E7C092A}"/>
              </a:ext>
            </a:extLst>
          </p:cNvPr>
          <p:cNvCxnSpPr>
            <a:stCxn id="6" idx="3"/>
            <a:endCxn id="4" idx="1"/>
          </p:cNvCxnSpPr>
          <p:nvPr/>
        </p:nvCxnSpPr>
        <p:spPr>
          <a:xfrm flipV="1">
            <a:off x="3988122" y="3081562"/>
            <a:ext cx="511870" cy="1332148"/>
          </a:xfrm>
          <a:prstGeom prst="bentConnector3">
            <a:avLst>
              <a:gd name="adj1" fmla="val 58374"/>
            </a:avLst>
          </a:prstGeom>
          <a:ln>
            <a:prstDash val="sysDot"/>
            <a:tailEnd type="triangle"/>
          </a:ln>
        </p:spPr>
        <p:style>
          <a:lnRef idx="2">
            <a:schemeClr val="accent2"/>
          </a:lnRef>
          <a:fillRef idx="0">
            <a:schemeClr val="accent2"/>
          </a:fillRef>
          <a:effectRef idx="1">
            <a:schemeClr val="accent2"/>
          </a:effectRef>
          <a:fontRef idx="minor">
            <a:schemeClr val="tx1"/>
          </a:fontRef>
        </p:style>
      </p:cxnSp>
      <p:cxnSp>
        <p:nvCxnSpPr>
          <p:cNvPr id="33" name="Connector: Elbow 32">
            <a:extLst>
              <a:ext uri="{FF2B5EF4-FFF2-40B4-BE49-F238E27FC236}">
                <a16:creationId xmlns:a16="http://schemas.microsoft.com/office/drawing/2014/main" id="{BD0F0FF7-0D24-68A1-4A67-A1602E0DEF55}"/>
              </a:ext>
            </a:extLst>
          </p:cNvPr>
          <p:cNvCxnSpPr>
            <a:stCxn id="5" idx="3"/>
            <a:endCxn id="7" idx="1"/>
          </p:cNvCxnSpPr>
          <p:nvPr/>
        </p:nvCxnSpPr>
        <p:spPr>
          <a:xfrm>
            <a:off x="3988122" y="3081562"/>
            <a:ext cx="504000" cy="1008000"/>
          </a:xfrm>
          <a:prstGeom prst="bentConnector3">
            <a:avLst>
              <a:gd name="adj1" fmla="val 33936"/>
            </a:avLst>
          </a:prstGeom>
          <a:ln>
            <a:prstDash val="sysDot"/>
            <a:headEnd type="none" w="med" len="med"/>
            <a:tailEnd type="triangle" w="med" len="med"/>
          </a:ln>
        </p:spPr>
        <p:style>
          <a:lnRef idx="2">
            <a:schemeClr val="accent4"/>
          </a:lnRef>
          <a:fillRef idx="0">
            <a:schemeClr val="accent4"/>
          </a:fillRef>
          <a:effectRef idx="1">
            <a:schemeClr val="accent4"/>
          </a:effectRef>
          <a:fontRef idx="minor">
            <a:schemeClr val="tx1"/>
          </a:fontRef>
        </p:style>
      </p:cxnSp>
      <p:cxnSp>
        <p:nvCxnSpPr>
          <p:cNvPr id="59" name="Connector: Elbow 58">
            <a:extLst>
              <a:ext uri="{FF2B5EF4-FFF2-40B4-BE49-F238E27FC236}">
                <a16:creationId xmlns:a16="http://schemas.microsoft.com/office/drawing/2014/main" id="{684C1603-E469-4405-A0D0-93923150619A}"/>
              </a:ext>
            </a:extLst>
          </p:cNvPr>
          <p:cNvCxnSpPr>
            <a:cxnSpLocks/>
            <a:stCxn id="6" idx="3"/>
            <a:endCxn id="8" idx="1"/>
          </p:cNvCxnSpPr>
          <p:nvPr/>
        </p:nvCxnSpPr>
        <p:spPr>
          <a:xfrm flipV="1">
            <a:off x="3988122" y="1749414"/>
            <a:ext cx="511870" cy="2664296"/>
          </a:xfrm>
          <a:prstGeom prst="bentConnector3">
            <a:avLst>
              <a:gd name="adj1" fmla="val 59304"/>
            </a:avLst>
          </a:prstGeom>
          <a:ln>
            <a:prstDash val="sysDot"/>
            <a:tailEnd type="triangle"/>
          </a:ln>
        </p:spPr>
        <p:style>
          <a:lnRef idx="2">
            <a:schemeClr val="accent2"/>
          </a:lnRef>
          <a:fillRef idx="0">
            <a:schemeClr val="accent2"/>
          </a:fillRef>
          <a:effectRef idx="1">
            <a:schemeClr val="accent2"/>
          </a:effectRef>
          <a:fontRef idx="minor">
            <a:schemeClr val="tx1"/>
          </a:fontRef>
        </p:style>
      </p:cxnSp>
      <p:cxnSp>
        <p:nvCxnSpPr>
          <p:cNvPr id="1069" name="Straight Arrow Connector 1068">
            <a:extLst>
              <a:ext uri="{FF2B5EF4-FFF2-40B4-BE49-F238E27FC236}">
                <a16:creationId xmlns:a16="http://schemas.microsoft.com/office/drawing/2014/main" id="{3ACE9092-1A2D-E2E4-87C9-5B5F3D3CBE86}"/>
              </a:ext>
            </a:extLst>
          </p:cNvPr>
          <p:cNvCxnSpPr>
            <a:cxnSpLocks/>
          </p:cNvCxnSpPr>
          <p:nvPr/>
        </p:nvCxnSpPr>
        <p:spPr>
          <a:xfrm>
            <a:off x="3988122" y="3249291"/>
            <a:ext cx="2312244"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1044" name="Straight Arrow Connector 1043">
            <a:extLst>
              <a:ext uri="{FF2B5EF4-FFF2-40B4-BE49-F238E27FC236}">
                <a16:creationId xmlns:a16="http://schemas.microsoft.com/office/drawing/2014/main" id="{972CBC81-6ED0-C6CA-A148-2E85CB8529A3}"/>
              </a:ext>
            </a:extLst>
          </p:cNvPr>
          <p:cNvCxnSpPr>
            <a:cxnSpLocks/>
          </p:cNvCxnSpPr>
          <p:nvPr/>
        </p:nvCxnSpPr>
        <p:spPr>
          <a:xfrm>
            <a:off x="2181781" y="2915415"/>
            <a:ext cx="2310341" cy="0"/>
          </a:xfrm>
          <a:prstGeom prst="straightConnector1">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2" name="Title 1"/>
          <p:cNvSpPr>
            <a:spLocks noGrp="1"/>
          </p:cNvSpPr>
          <p:nvPr>
            <p:ph type="title"/>
          </p:nvPr>
        </p:nvSpPr>
        <p:spPr/>
        <p:txBody>
          <a:bodyPr>
            <a:normAutofit/>
          </a:bodyPr>
          <a:lstStyle/>
          <a:p>
            <a:pPr algn="l"/>
            <a:r>
              <a:rPr lang="en-IN" sz="2800" dirty="0">
                <a:solidFill>
                  <a:schemeClr val="tx1"/>
                </a:solidFill>
              </a:rPr>
              <a:t>High Level Block Diagram V0.1</a:t>
            </a:r>
          </a:p>
        </p:txBody>
      </p:sp>
      <p:sp>
        <p:nvSpPr>
          <p:cNvPr id="3" name="Date Placeholder 2"/>
          <p:cNvSpPr>
            <a:spLocks noGrp="1"/>
          </p:cNvSpPr>
          <p:nvPr>
            <p:ph type="dt" sz="half" idx="10"/>
          </p:nvPr>
        </p:nvSpPr>
        <p:spPr/>
        <p:txBody>
          <a:bodyPr/>
          <a:lstStyle/>
          <a:p>
            <a:fld id="{8D12EC46-F5D3-4572-AED1-9CCC8CB80B60}" type="datetime1">
              <a:rPr lang="en-US" smtClean="0"/>
              <a:pPr/>
              <a:t>6/22/2026</a:t>
            </a:fld>
            <a:endParaRPr lang="en-US" dirty="0"/>
          </a:p>
        </p:txBody>
      </p:sp>
      <p:sp>
        <p:nvSpPr>
          <p:cNvPr id="1026" name="AutoShape 2" descr="Crompton MINI MASTER I Residential Water Pump Self Priming Regenerative 1  HP Single Phase : Amazon.in: Garden &amp; Outdoor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028" name="AutoShape 4" descr="Crompton MINI MASTER I Residential Water Pump Self Priming Regenerative 1  HP Single Phase : Amazon.in: Garden &amp; Outdoor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030" name="AutoShape 6" descr="Buy-Kirloskar Single Phase 1 HP 25x25mm Monoblock Pump-Popular  (1HP)-Industrykart.co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22530" name="AutoShape 2" descr="ZB129 TERMINAL BLOCK PCB PBT 2 PIN STRAIGHT 5mm PITCH 15A – Emerging  Technologi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1" name="Footer Placeholder 10"/>
          <p:cNvSpPr>
            <a:spLocks noGrp="1"/>
          </p:cNvSpPr>
          <p:nvPr>
            <p:ph type="ftr" sz="quarter" idx="11"/>
          </p:nvPr>
        </p:nvSpPr>
        <p:spPr/>
        <p:txBody>
          <a:bodyPr/>
          <a:lstStyle/>
          <a:p>
            <a:r>
              <a:rPr lang="en-US" dirty="0"/>
              <a:t>ISPACE</a:t>
            </a:r>
          </a:p>
        </p:txBody>
      </p:sp>
      <p:sp>
        <p:nvSpPr>
          <p:cNvPr id="12" name="Slide Number Placeholder 11"/>
          <p:cNvSpPr>
            <a:spLocks noGrp="1"/>
          </p:cNvSpPr>
          <p:nvPr>
            <p:ph type="sldNum" sz="quarter" idx="12"/>
          </p:nvPr>
        </p:nvSpPr>
        <p:spPr/>
        <p:txBody>
          <a:bodyPr/>
          <a:lstStyle/>
          <a:p>
            <a:fld id="{B6F15528-21DE-4FAA-801E-634DDDAF4B2B}" type="slidenum">
              <a:rPr lang="en-US" smtClean="0"/>
              <a:pPr/>
              <a:t>6</a:t>
            </a:fld>
            <a:endParaRPr lang="en-US"/>
          </a:p>
        </p:txBody>
      </p:sp>
      <p:sp>
        <p:nvSpPr>
          <p:cNvPr id="3074" name="AutoShape 2" descr="File:Resistor symbol America.svg - Wikimedia Common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51" name="TextBox 50"/>
          <p:cNvSpPr txBox="1"/>
          <p:nvPr/>
        </p:nvSpPr>
        <p:spPr>
          <a:xfrm>
            <a:off x="71406" y="5111609"/>
            <a:ext cx="2286016" cy="246221"/>
          </a:xfrm>
          <a:prstGeom prst="rect">
            <a:avLst/>
          </a:prstGeom>
          <a:noFill/>
        </p:spPr>
        <p:txBody>
          <a:bodyPr wrap="square" rtlCol="0">
            <a:spAutoFit/>
          </a:bodyPr>
          <a:lstStyle/>
          <a:p>
            <a:r>
              <a:rPr lang="en-IN" sz="1000" dirty="0">
                <a:solidFill>
                  <a:srgbClr val="FF0000"/>
                </a:solidFill>
              </a:rPr>
              <a:t>*Part may be changed per availability</a:t>
            </a:r>
          </a:p>
        </p:txBody>
      </p:sp>
      <p:sp>
        <p:nvSpPr>
          <p:cNvPr id="7" name="Rectangle 6">
            <a:extLst>
              <a:ext uri="{FF2B5EF4-FFF2-40B4-BE49-F238E27FC236}">
                <a16:creationId xmlns:a16="http://schemas.microsoft.com/office/drawing/2014/main" id="{C03253EB-07C8-5730-0B24-7DDCCD38D93C}"/>
              </a:ext>
            </a:extLst>
          </p:cNvPr>
          <p:cNvSpPr/>
          <p:nvPr/>
        </p:nvSpPr>
        <p:spPr>
          <a:xfrm>
            <a:off x="4499992" y="3873650"/>
            <a:ext cx="1288504" cy="10801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RTC</a:t>
            </a:r>
          </a:p>
          <a:p>
            <a:pPr algn="ctr"/>
            <a:r>
              <a:rPr lang="en-IN" sz="1400" dirty="0"/>
              <a:t>(RV-8263-C7)</a:t>
            </a:r>
          </a:p>
        </p:txBody>
      </p:sp>
      <p:sp>
        <p:nvSpPr>
          <p:cNvPr id="8" name="Rectangle 7">
            <a:extLst>
              <a:ext uri="{FF2B5EF4-FFF2-40B4-BE49-F238E27FC236}">
                <a16:creationId xmlns:a16="http://schemas.microsoft.com/office/drawing/2014/main" id="{F2F2B9D7-BE89-0C3C-979E-6D0CB3AECCD7}"/>
              </a:ext>
            </a:extLst>
          </p:cNvPr>
          <p:cNvSpPr/>
          <p:nvPr/>
        </p:nvSpPr>
        <p:spPr>
          <a:xfrm>
            <a:off x="4499992" y="1209354"/>
            <a:ext cx="1288504" cy="10801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Temperature</a:t>
            </a:r>
          </a:p>
          <a:p>
            <a:pPr algn="ctr"/>
            <a:r>
              <a:rPr lang="en-IN" sz="1400" dirty="0"/>
              <a:t>Sensor</a:t>
            </a:r>
          </a:p>
          <a:p>
            <a:pPr algn="ctr"/>
            <a:r>
              <a:rPr lang="en-IN" sz="1400" dirty="0"/>
              <a:t>(HDC3022)</a:t>
            </a:r>
          </a:p>
        </p:txBody>
      </p:sp>
      <p:sp>
        <p:nvSpPr>
          <p:cNvPr id="9" name="Rectangle 8">
            <a:extLst>
              <a:ext uri="{FF2B5EF4-FFF2-40B4-BE49-F238E27FC236}">
                <a16:creationId xmlns:a16="http://schemas.microsoft.com/office/drawing/2014/main" id="{E7D21B8A-8CAE-115B-82F3-217FF6AA9DCA}"/>
              </a:ext>
            </a:extLst>
          </p:cNvPr>
          <p:cNvSpPr/>
          <p:nvPr/>
        </p:nvSpPr>
        <p:spPr>
          <a:xfrm>
            <a:off x="3412058" y="1204988"/>
            <a:ext cx="576064" cy="10985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BLE</a:t>
            </a:r>
          </a:p>
          <a:p>
            <a:pPr algn="ctr"/>
            <a:r>
              <a:rPr lang="en-IN" sz="1400" dirty="0"/>
              <a:t>ANT</a:t>
            </a:r>
          </a:p>
        </p:txBody>
      </p:sp>
      <p:sp>
        <p:nvSpPr>
          <p:cNvPr id="13" name="Rectangle 12">
            <a:extLst>
              <a:ext uri="{FF2B5EF4-FFF2-40B4-BE49-F238E27FC236}">
                <a16:creationId xmlns:a16="http://schemas.microsoft.com/office/drawing/2014/main" id="{7E2D7AF1-06F5-9C8A-F1EE-74F5A80346A4}"/>
              </a:ext>
            </a:extLst>
          </p:cNvPr>
          <p:cNvSpPr/>
          <p:nvPr/>
        </p:nvSpPr>
        <p:spPr>
          <a:xfrm>
            <a:off x="2699618" y="1216796"/>
            <a:ext cx="576063" cy="10867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XTAL</a:t>
            </a:r>
          </a:p>
        </p:txBody>
      </p:sp>
      <p:cxnSp>
        <p:nvCxnSpPr>
          <p:cNvPr id="17" name="Straight Arrow Connector 16">
            <a:extLst>
              <a:ext uri="{FF2B5EF4-FFF2-40B4-BE49-F238E27FC236}">
                <a16:creationId xmlns:a16="http://schemas.microsoft.com/office/drawing/2014/main" id="{3BBD609C-445B-F9C2-123E-BD8EA8B1416B}"/>
              </a:ext>
            </a:extLst>
          </p:cNvPr>
          <p:cNvCxnSpPr>
            <a:stCxn id="14" idx="3"/>
            <a:endCxn id="6" idx="1"/>
          </p:cNvCxnSpPr>
          <p:nvPr/>
        </p:nvCxnSpPr>
        <p:spPr>
          <a:xfrm>
            <a:off x="2187748" y="4413709"/>
            <a:ext cx="511870" cy="1"/>
          </a:xfrm>
          <a:prstGeom prst="straightConnector1">
            <a:avLst/>
          </a:prstGeom>
          <a:ln>
            <a:solidFill>
              <a:srgbClr val="FF0000"/>
            </a:solidFill>
            <a:tailEnd type="triangle"/>
          </a:ln>
        </p:spPr>
        <p:style>
          <a:lnRef idx="2">
            <a:schemeClr val="accent2"/>
          </a:lnRef>
          <a:fillRef idx="0">
            <a:schemeClr val="accent2"/>
          </a:fillRef>
          <a:effectRef idx="1">
            <a:schemeClr val="accent2"/>
          </a:effectRef>
          <a:fontRef idx="minor">
            <a:schemeClr val="tx1"/>
          </a:fontRef>
        </p:style>
      </p:cxnSp>
      <p:cxnSp>
        <p:nvCxnSpPr>
          <p:cNvPr id="19" name="Straight Arrow Connector 18">
            <a:extLst>
              <a:ext uri="{FF2B5EF4-FFF2-40B4-BE49-F238E27FC236}">
                <a16:creationId xmlns:a16="http://schemas.microsoft.com/office/drawing/2014/main" id="{9D5F3288-27E0-F6A2-CC99-F867B9AD3BA9}"/>
              </a:ext>
            </a:extLst>
          </p:cNvPr>
          <p:cNvCxnSpPr>
            <a:cxnSpLocks/>
          </p:cNvCxnSpPr>
          <p:nvPr/>
        </p:nvCxnSpPr>
        <p:spPr>
          <a:xfrm>
            <a:off x="2984077" y="2303537"/>
            <a:ext cx="0" cy="22762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9ECB19F9-E264-6AB3-F92D-78ABEBF8FB86}"/>
              </a:ext>
            </a:extLst>
          </p:cNvPr>
          <p:cNvCxnSpPr>
            <a:cxnSpLocks/>
          </p:cNvCxnSpPr>
          <p:nvPr/>
        </p:nvCxnSpPr>
        <p:spPr>
          <a:xfrm>
            <a:off x="3700090" y="2303537"/>
            <a:ext cx="0" cy="237965"/>
          </a:xfrm>
          <a:prstGeom prst="straightConnector1">
            <a:avLst/>
          </a:prstGeom>
          <a:ln>
            <a:headEnd type="triangle" w="med" len="med"/>
            <a:tailEnd type="triangle" w="med" len="med"/>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553EB0D9-CD51-352D-7CA2-42C1E282BC62}"/>
              </a:ext>
            </a:extLst>
          </p:cNvPr>
          <p:cNvCxnSpPr>
            <a:cxnSpLocks/>
          </p:cNvCxnSpPr>
          <p:nvPr/>
        </p:nvCxnSpPr>
        <p:spPr>
          <a:xfrm>
            <a:off x="5788496" y="2912764"/>
            <a:ext cx="511870" cy="4105"/>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29" name="Straight Arrow Connector 28">
            <a:extLst>
              <a:ext uri="{FF2B5EF4-FFF2-40B4-BE49-F238E27FC236}">
                <a16:creationId xmlns:a16="http://schemas.microsoft.com/office/drawing/2014/main" id="{CBE06AB0-0FCE-36A2-D33C-0146E77E8277}"/>
              </a:ext>
            </a:extLst>
          </p:cNvPr>
          <p:cNvCxnSpPr>
            <a:cxnSpLocks/>
          </p:cNvCxnSpPr>
          <p:nvPr/>
        </p:nvCxnSpPr>
        <p:spPr>
          <a:xfrm flipV="1">
            <a:off x="2984077" y="3621622"/>
            <a:ext cx="0" cy="25202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1" name="Straight Arrow Connector 30">
            <a:extLst>
              <a:ext uri="{FF2B5EF4-FFF2-40B4-BE49-F238E27FC236}">
                <a16:creationId xmlns:a16="http://schemas.microsoft.com/office/drawing/2014/main" id="{CF3D67AD-EC0D-E298-C1CC-C18B155BEA72}"/>
              </a:ext>
            </a:extLst>
          </p:cNvPr>
          <p:cNvCxnSpPr>
            <a:cxnSpLocks/>
          </p:cNvCxnSpPr>
          <p:nvPr/>
        </p:nvCxnSpPr>
        <p:spPr>
          <a:xfrm flipV="1">
            <a:off x="3700090" y="3621622"/>
            <a:ext cx="0" cy="252027"/>
          </a:xfrm>
          <a:prstGeom prst="straightConnector1">
            <a:avLst/>
          </a:prstGeom>
          <a:ln>
            <a:headEnd type="triangle" w="med" len="med"/>
            <a:tailEnd type="triangle" w="med" len="med"/>
          </a:ln>
        </p:spPr>
        <p:style>
          <a:lnRef idx="2">
            <a:schemeClr val="accent4"/>
          </a:lnRef>
          <a:fillRef idx="0">
            <a:schemeClr val="accent4"/>
          </a:fillRef>
          <a:effectRef idx="1">
            <a:schemeClr val="accent4"/>
          </a:effectRef>
          <a:fontRef idx="minor">
            <a:schemeClr val="tx1"/>
          </a:fontRef>
        </p:style>
      </p:cxnSp>
      <p:cxnSp>
        <p:nvCxnSpPr>
          <p:cNvPr id="35" name="Connector: Elbow 34">
            <a:extLst>
              <a:ext uri="{FF2B5EF4-FFF2-40B4-BE49-F238E27FC236}">
                <a16:creationId xmlns:a16="http://schemas.microsoft.com/office/drawing/2014/main" id="{2A113763-0D61-58A2-4A1C-2E5162BCC2BE}"/>
              </a:ext>
            </a:extLst>
          </p:cNvPr>
          <p:cNvCxnSpPr>
            <a:cxnSpLocks/>
          </p:cNvCxnSpPr>
          <p:nvPr/>
        </p:nvCxnSpPr>
        <p:spPr>
          <a:xfrm flipV="1">
            <a:off x="3980252" y="1465087"/>
            <a:ext cx="511870" cy="1620000"/>
          </a:xfrm>
          <a:prstGeom prst="bentConnector3">
            <a:avLst>
              <a:gd name="adj1" fmla="val 36044"/>
            </a:avLst>
          </a:prstGeom>
          <a:ln>
            <a:prstDash val="sysDot"/>
            <a:headEnd type="triangle" w="med" len="med"/>
            <a:tailEnd type="triangle" w="med" len="med"/>
          </a:ln>
        </p:spPr>
        <p:style>
          <a:lnRef idx="2">
            <a:schemeClr val="accent4"/>
          </a:lnRef>
          <a:fillRef idx="0">
            <a:schemeClr val="accent4"/>
          </a:fillRef>
          <a:effectRef idx="1">
            <a:schemeClr val="accent4"/>
          </a:effectRef>
          <a:fontRef idx="minor">
            <a:schemeClr val="tx1"/>
          </a:fontRef>
        </p:style>
      </p:cxnSp>
      <p:cxnSp>
        <p:nvCxnSpPr>
          <p:cNvPr id="23" name="Straight Arrow Connector 22">
            <a:extLst>
              <a:ext uri="{FF2B5EF4-FFF2-40B4-BE49-F238E27FC236}">
                <a16:creationId xmlns:a16="http://schemas.microsoft.com/office/drawing/2014/main" id="{78321E13-9BBE-16AE-8E9A-1E2B1E20A879}"/>
              </a:ext>
            </a:extLst>
          </p:cNvPr>
          <p:cNvCxnSpPr/>
          <p:nvPr/>
        </p:nvCxnSpPr>
        <p:spPr>
          <a:xfrm>
            <a:off x="3988122" y="2722162"/>
            <a:ext cx="511870" cy="0"/>
          </a:xfrm>
          <a:prstGeom prst="straightConnector1">
            <a:avLst/>
          </a:prstGeom>
          <a:ln>
            <a:headEnd type="triangle" w="med" len="med"/>
            <a:tailEnd type="triangle" w="med" len="med"/>
          </a:ln>
        </p:spPr>
        <p:style>
          <a:lnRef idx="2">
            <a:schemeClr val="accent3"/>
          </a:lnRef>
          <a:fillRef idx="0">
            <a:schemeClr val="accent3"/>
          </a:fillRef>
          <a:effectRef idx="1">
            <a:schemeClr val="accent3"/>
          </a:effectRef>
          <a:fontRef idx="minor">
            <a:schemeClr val="tx1"/>
          </a:fontRef>
        </p:style>
      </p:cxnSp>
      <p:cxnSp>
        <p:nvCxnSpPr>
          <p:cNvPr id="38" name="Straight Arrow Connector 37">
            <a:extLst>
              <a:ext uri="{FF2B5EF4-FFF2-40B4-BE49-F238E27FC236}">
                <a16:creationId xmlns:a16="http://schemas.microsoft.com/office/drawing/2014/main" id="{807251BC-AA67-1338-F2EC-D0D1B027ADB5}"/>
              </a:ext>
            </a:extLst>
          </p:cNvPr>
          <p:cNvCxnSpPr>
            <a:stCxn id="6" idx="0"/>
            <a:endCxn id="5" idx="2"/>
          </p:cNvCxnSpPr>
          <p:nvPr/>
        </p:nvCxnSpPr>
        <p:spPr>
          <a:xfrm flipV="1">
            <a:off x="3343870" y="3621622"/>
            <a:ext cx="0" cy="25202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374C75E5-04A6-F1A0-A4FE-10C6D63F0D52}"/>
              </a:ext>
            </a:extLst>
          </p:cNvPr>
          <p:cNvCxnSpPr>
            <a:stCxn id="6" idx="3"/>
            <a:endCxn id="7" idx="1"/>
          </p:cNvCxnSpPr>
          <p:nvPr/>
        </p:nvCxnSpPr>
        <p:spPr>
          <a:xfrm>
            <a:off x="3988122" y="4413710"/>
            <a:ext cx="511870" cy="0"/>
          </a:xfrm>
          <a:prstGeom prst="straightConnector1">
            <a:avLst/>
          </a:prstGeom>
          <a:ln>
            <a:prstDash val="sysDot"/>
            <a:tailEnd type="triangle"/>
          </a:ln>
        </p:spPr>
        <p:style>
          <a:lnRef idx="2">
            <a:schemeClr val="accent2"/>
          </a:lnRef>
          <a:fillRef idx="0">
            <a:schemeClr val="accent2"/>
          </a:fillRef>
          <a:effectRef idx="1">
            <a:schemeClr val="accent2"/>
          </a:effectRef>
          <a:fontRef idx="minor">
            <a:schemeClr val="tx1"/>
          </a:fontRef>
        </p:style>
      </p:cxnSp>
      <p:sp>
        <p:nvSpPr>
          <p:cNvPr id="1032" name="TextBox 1031">
            <a:extLst>
              <a:ext uri="{FF2B5EF4-FFF2-40B4-BE49-F238E27FC236}">
                <a16:creationId xmlns:a16="http://schemas.microsoft.com/office/drawing/2014/main" id="{BB99ECFF-4311-96E6-6DF8-1EC74A81F862}"/>
              </a:ext>
            </a:extLst>
          </p:cNvPr>
          <p:cNvSpPr txBox="1"/>
          <p:nvPr/>
        </p:nvSpPr>
        <p:spPr>
          <a:xfrm>
            <a:off x="8423163" y="4752372"/>
            <a:ext cx="374915" cy="246221"/>
          </a:xfrm>
          <a:prstGeom prst="rect">
            <a:avLst/>
          </a:prstGeom>
          <a:noFill/>
        </p:spPr>
        <p:txBody>
          <a:bodyPr wrap="square" rtlCol="0">
            <a:spAutoFit/>
          </a:bodyPr>
          <a:lstStyle/>
          <a:p>
            <a:pPr algn="ctr"/>
            <a:r>
              <a:rPr lang="en-IN" sz="1000" dirty="0"/>
              <a:t>3V</a:t>
            </a:r>
          </a:p>
        </p:txBody>
      </p:sp>
      <p:sp>
        <p:nvSpPr>
          <p:cNvPr id="1033" name="TextBox 1032">
            <a:extLst>
              <a:ext uri="{FF2B5EF4-FFF2-40B4-BE49-F238E27FC236}">
                <a16:creationId xmlns:a16="http://schemas.microsoft.com/office/drawing/2014/main" id="{B3AC9555-9F83-2B18-93D3-7596E3A6CDA2}"/>
              </a:ext>
            </a:extLst>
          </p:cNvPr>
          <p:cNvSpPr txBox="1"/>
          <p:nvPr/>
        </p:nvSpPr>
        <p:spPr>
          <a:xfrm>
            <a:off x="8423163" y="4500576"/>
            <a:ext cx="374915" cy="246221"/>
          </a:xfrm>
          <a:prstGeom prst="rect">
            <a:avLst/>
          </a:prstGeom>
          <a:noFill/>
        </p:spPr>
        <p:txBody>
          <a:bodyPr wrap="square" rtlCol="0">
            <a:spAutoFit/>
          </a:bodyPr>
          <a:lstStyle/>
          <a:p>
            <a:pPr algn="ctr"/>
            <a:r>
              <a:rPr lang="en-IN" sz="1000" dirty="0"/>
              <a:t>I2C</a:t>
            </a:r>
          </a:p>
        </p:txBody>
      </p:sp>
      <p:sp>
        <p:nvSpPr>
          <p:cNvPr id="1034" name="TextBox 1033">
            <a:extLst>
              <a:ext uri="{FF2B5EF4-FFF2-40B4-BE49-F238E27FC236}">
                <a16:creationId xmlns:a16="http://schemas.microsoft.com/office/drawing/2014/main" id="{C5DD2790-8FB3-0A57-B25E-FEA272F9C918}"/>
              </a:ext>
            </a:extLst>
          </p:cNvPr>
          <p:cNvSpPr txBox="1"/>
          <p:nvPr/>
        </p:nvSpPr>
        <p:spPr>
          <a:xfrm>
            <a:off x="8357519" y="4037996"/>
            <a:ext cx="506202" cy="246221"/>
          </a:xfrm>
          <a:prstGeom prst="rect">
            <a:avLst/>
          </a:prstGeom>
          <a:noFill/>
        </p:spPr>
        <p:txBody>
          <a:bodyPr wrap="square" rtlCol="0">
            <a:spAutoFit/>
          </a:bodyPr>
          <a:lstStyle/>
          <a:p>
            <a:pPr algn="ctr"/>
            <a:r>
              <a:rPr lang="en-IN" sz="1000" dirty="0"/>
              <a:t>GPIOs</a:t>
            </a:r>
          </a:p>
        </p:txBody>
      </p:sp>
      <p:sp>
        <p:nvSpPr>
          <p:cNvPr id="1035" name="TextBox 1034">
            <a:extLst>
              <a:ext uri="{FF2B5EF4-FFF2-40B4-BE49-F238E27FC236}">
                <a16:creationId xmlns:a16="http://schemas.microsoft.com/office/drawing/2014/main" id="{21B5F892-3ED8-E4A2-0BF3-081A87FD37B8}"/>
              </a:ext>
            </a:extLst>
          </p:cNvPr>
          <p:cNvSpPr txBox="1"/>
          <p:nvPr/>
        </p:nvSpPr>
        <p:spPr>
          <a:xfrm>
            <a:off x="8423163" y="4274080"/>
            <a:ext cx="374915" cy="246221"/>
          </a:xfrm>
          <a:prstGeom prst="rect">
            <a:avLst/>
          </a:prstGeom>
          <a:noFill/>
        </p:spPr>
        <p:txBody>
          <a:bodyPr wrap="square" rtlCol="0">
            <a:spAutoFit/>
          </a:bodyPr>
          <a:lstStyle/>
          <a:p>
            <a:pPr algn="ctr"/>
            <a:r>
              <a:rPr lang="en-IN" sz="1000" dirty="0"/>
              <a:t>SPI</a:t>
            </a:r>
          </a:p>
        </p:txBody>
      </p:sp>
      <p:cxnSp>
        <p:nvCxnSpPr>
          <p:cNvPr id="25" name="Straight Arrow Connector 24">
            <a:extLst>
              <a:ext uri="{FF2B5EF4-FFF2-40B4-BE49-F238E27FC236}">
                <a16:creationId xmlns:a16="http://schemas.microsoft.com/office/drawing/2014/main" id="{13854B8E-7DC3-83F2-3117-003C629798AA}"/>
              </a:ext>
            </a:extLst>
          </p:cNvPr>
          <p:cNvCxnSpPr/>
          <p:nvPr/>
        </p:nvCxnSpPr>
        <p:spPr>
          <a:xfrm flipH="1">
            <a:off x="3988122" y="3443702"/>
            <a:ext cx="511870" cy="0"/>
          </a:xfrm>
          <a:prstGeom prst="straightConnector1">
            <a:avLst/>
          </a:prstGeom>
          <a:ln>
            <a:headEnd type="triangle" w="med" len="med"/>
            <a:tailEnd type="triangle" w="med" len="med"/>
          </a:ln>
        </p:spPr>
        <p:style>
          <a:lnRef idx="2">
            <a:schemeClr val="dk1"/>
          </a:lnRef>
          <a:fillRef idx="0">
            <a:schemeClr val="dk1"/>
          </a:fillRef>
          <a:effectRef idx="1">
            <a:schemeClr val="dk1"/>
          </a:effectRef>
          <a:fontRef idx="minor">
            <a:schemeClr val="tx1"/>
          </a:fontRef>
        </p:style>
      </p:cxnSp>
      <p:cxnSp>
        <p:nvCxnSpPr>
          <p:cNvPr id="1037" name="Straight Arrow Connector 1036">
            <a:extLst>
              <a:ext uri="{FF2B5EF4-FFF2-40B4-BE49-F238E27FC236}">
                <a16:creationId xmlns:a16="http://schemas.microsoft.com/office/drawing/2014/main" id="{F6E71412-3ECB-74FA-79B0-EA546E1ED039}"/>
              </a:ext>
            </a:extLst>
          </p:cNvPr>
          <p:cNvCxnSpPr/>
          <p:nvPr/>
        </p:nvCxnSpPr>
        <p:spPr>
          <a:xfrm>
            <a:off x="8390570" y="4241064"/>
            <a:ext cx="50405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38" name="Straight Arrow Connector 1037">
            <a:extLst>
              <a:ext uri="{FF2B5EF4-FFF2-40B4-BE49-F238E27FC236}">
                <a16:creationId xmlns:a16="http://schemas.microsoft.com/office/drawing/2014/main" id="{4E1E925B-5B36-CD60-D26A-1E3AC2ACF087}"/>
              </a:ext>
            </a:extLst>
          </p:cNvPr>
          <p:cNvCxnSpPr/>
          <p:nvPr/>
        </p:nvCxnSpPr>
        <p:spPr>
          <a:xfrm>
            <a:off x="8390570" y="4480210"/>
            <a:ext cx="504056"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1039" name="Straight Arrow Connector 1038">
            <a:extLst>
              <a:ext uri="{FF2B5EF4-FFF2-40B4-BE49-F238E27FC236}">
                <a16:creationId xmlns:a16="http://schemas.microsoft.com/office/drawing/2014/main" id="{DF1C324A-A204-8382-ACAE-89DB7B52DDAA}"/>
              </a:ext>
            </a:extLst>
          </p:cNvPr>
          <p:cNvCxnSpPr/>
          <p:nvPr/>
        </p:nvCxnSpPr>
        <p:spPr>
          <a:xfrm>
            <a:off x="8390570" y="4719356"/>
            <a:ext cx="504056"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040" name="Straight Arrow Connector 1039">
            <a:extLst>
              <a:ext uri="{FF2B5EF4-FFF2-40B4-BE49-F238E27FC236}">
                <a16:creationId xmlns:a16="http://schemas.microsoft.com/office/drawing/2014/main" id="{3FF626BC-91AA-8D3E-7434-BEA8E9AB8397}"/>
              </a:ext>
            </a:extLst>
          </p:cNvPr>
          <p:cNvCxnSpPr/>
          <p:nvPr/>
        </p:nvCxnSpPr>
        <p:spPr>
          <a:xfrm>
            <a:off x="8390570" y="4958502"/>
            <a:ext cx="504056"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046" name="Straight Arrow Connector 1045">
            <a:extLst>
              <a:ext uri="{FF2B5EF4-FFF2-40B4-BE49-F238E27FC236}">
                <a16:creationId xmlns:a16="http://schemas.microsoft.com/office/drawing/2014/main" id="{1E4A8E98-EDAA-FFA3-701C-D2B3DB276583}"/>
              </a:ext>
            </a:extLst>
          </p:cNvPr>
          <p:cNvCxnSpPr>
            <a:cxnSpLocks/>
          </p:cNvCxnSpPr>
          <p:nvPr/>
        </p:nvCxnSpPr>
        <p:spPr>
          <a:xfrm>
            <a:off x="2181781" y="3249291"/>
            <a:ext cx="517837" cy="0"/>
          </a:xfrm>
          <a:prstGeom prst="straightConnector1">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1049" name="Connector: Elbow 1048">
            <a:extLst>
              <a:ext uri="{FF2B5EF4-FFF2-40B4-BE49-F238E27FC236}">
                <a16:creationId xmlns:a16="http://schemas.microsoft.com/office/drawing/2014/main" id="{93D6D139-1527-4BD7-841A-B7D954442917}"/>
              </a:ext>
            </a:extLst>
          </p:cNvPr>
          <p:cNvCxnSpPr>
            <a:cxnSpLocks/>
          </p:cNvCxnSpPr>
          <p:nvPr/>
        </p:nvCxnSpPr>
        <p:spPr>
          <a:xfrm>
            <a:off x="2153322" y="3447005"/>
            <a:ext cx="540000" cy="684000"/>
          </a:xfrm>
          <a:prstGeom prst="bentConnector3">
            <a:avLst>
              <a:gd name="adj1" fmla="val 49501"/>
            </a:avLst>
          </a:prstGeom>
          <a:ln>
            <a:solidFill>
              <a:srgbClr val="FF0000"/>
            </a:solidFill>
            <a:tailEnd type="triangle"/>
          </a:ln>
        </p:spPr>
        <p:style>
          <a:lnRef idx="2">
            <a:schemeClr val="accent2"/>
          </a:lnRef>
          <a:fillRef idx="0">
            <a:schemeClr val="accent2"/>
          </a:fillRef>
          <a:effectRef idx="1">
            <a:schemeClr val="accent2"/>
          </a:effectRef>
          <a:fontRef idx="minor">
            <a:schemeClr val="tx1"/>
          </a:fontRef>
        </p:style>
      </p:cxnSp>
      <p:sp>
        <p:nvSpPr>
          <p:cNvPr id="1042" name="Rectangle 1041">
            <a:extLst>
              <a:ext uri="{FF2B5EF4-FFF2-40B4-BE49-F238E27FC236}">
                <a16:creationId xmlns:a16="http://schemas.microsoft.com/office/drawing/2014/main" id="{BBFDE6AA-C51C-13D1-85BD-C79A1BF5815B}"/>
              </a:ext>
            </a:extLst>
          </p:cNvPr>
          <p:cNvSpPr/>
          <p:nvPr/>
        </p:nvSpPr>
        <p:spPr>
          <a:xfrm>
            <a:off x="892981" y="2546661"/>
            <a:ext cx="1288800" cy="108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Debug</a:t>
            </a:r>
          </a:p>
          <a:p>
            <a:pPr algn="ctr"/>
            <a:r>
              <a:rPr lang="en-IN" sz="1400" dirty="0"/>
              <a:t>Connector</a:t>
            </a:r>
          </a:p>
          <a:p>
            <a:pPr algn="ctr"/>
            <a:r>
              <a:rPr lang="en-IN" sz="1400" dirty="0"/>
              <a:t>+</a:t>
            </a:r>
          </a:p>
          <a:p>
            <a:pPr algn="ctr"/>
            <a:r>
              <a:rPr lang="en-IN" sz="1400" dirty="0"/>
              <a:t>UCB-C</a:t>
            </a:r>
          </a:p>
        </p:txBody>
      </p:sp>
      <p:cxnSp>
        <p:nvCxnSpPr>
          <p:cNvPr id="1056" name="Straight Arrow Connector 1055">
            <a:extLst>
              <a:ext uri="{FF2B5EF4-FFF2-40B4-BE49-F238E27FC236}">
                <a16:creationId xmlns:a16="http://schemas.microsoft.com/office/drawing/2014/main" id="{3CA773A9-3305-52BE-E478-0D0CAF67D778}"/>
              </a:ext>
            </a:extLst>
          </p:cNvPr>
          <p:cNvCxnSpPr/>
          <p:nvPr/>
        </p:nvCxnSpPr>
        <p:spPr>
          <a:xfrm>
            <a:off x="8390570" y="5197648"/>
            <a:ext cx="504056" cy="0"/>
          </a:xfrm>
          <a:prstGeom prst="straightConnector1">
            <a:avLst/>
          </a:prstGeom>
          <a:ln>
            <a:solidFill>
              <a:srgbClr val="FF0000"/>
            </a:solidFill>
            <a:tailEnd type="triangle"/>
          </a:ln>
        </p:spPr>
        <p:style>
          <a:lnRef idx="2">
            <a:schemeClr val="accent2"/>
          </a:lnRef>
          <a:fillRef idx="0">
            <a:schemeClr val="accent2"/>
          </a:fillRef>
          <a:effectRef idx="1">
            <a:schemeClr val="accent2"/>
          </a:effectRef>
          <a:fontRef idx="minor">
            <a:schemeClr val="tx1"/>
          </a:fontRef>
        </p:style>
      </p:cxnSp>
      <p:cxnSp>
        <p:nvCxnSpPr>
          <p:cNvPr id="1057" name="Straight Arrow Connector 1056">
            <a:extLst>
              <a:ext uri="{FF2B5EF4-FFF2-40B4-BE49-F238E27FC236}">
                <a16:creationId xmlns:a16="http://schemas.microsoft.com/office/drawing/2014/main" id="{9DF1585F-7C50-8255-1156-09CCEC9C4FDF}"/>
              </a:ext>
            </a:extLst>
          </p:cNvPr>
          <p:cNvCxnSpPr/>
          <p:nvPr/>
        </p:nvCxnSpPr>
        <p:spPr>
          <a:xfrm>
            <a:off x="8388424" y="4001918"/>
            <a:ext cx="504056" cy="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1058" name="TextBox 1057">
            <a:extLst>
              <a:ext uri="{FF2B5EF4-FFF2-40B4-BE49-F238E27FC236}">
                <a16:creationId xmlns:a16="http://schemas.microsoft.com/office/drawing/2014/main" id="{A2818B0F-48BA-AF4D-DD6F-4EBB42409744}"/>
              </a:ext>
            </a:extLst>
          </p:cNvPr>
          <p:cNvSpPr txBox="1"/>
          <p:nvPr/>
        </p:nvSpPr>
        <p:spPr>
          <a:xfrm>
            <a:off x="8172400" y="4988498"/>
            <a:ext cx="936104" cy="246221"/>
          </a:xfrm>
          <a:prstGeom prst="rect">
            <a:avLst/>
          </a:prstGeom>
          <a:noFill/>
        </p:spPr>
        <p:txBody>
          <a:bodyPr wrap="square" rtlCol="0">
            <a:spAutoFit/>
          </a:bodyPr>
          <a:lstStyle/>
          <a:p>
            <a:pPr algn="ctr"/>
            <a:r>
              <a:rPr lang="en-IN" sz="1000" dirty="0"/>
              <a:t>EXT/BATT_IN</a:t>
            </a:r>
          </a:p>
        </p:txBody>
      </p:sp>
      <p:sp>
        <p:nvSpPr>
          <p:cNvPr id="1059" name="TextBox 1058">
            <a:extLst>
              <a:ext uri="{FF2B5EF4-FFF2-40B4-BE49-F238E27FC236}">
                <a16:creationId xmlns:a16="http://schemas.microsoft.com/office/drawing/2014/main" id="{6523E25B-5F0E-0BCD-B02D-2CAFB1F333BB}"/>
              </a:ext>
            </a:extLst>
          </p:cNvPr>
          <p:cNvSpPr txBox="1"/>
          <p:nvPr/>
        </p:nvSpPr>
        <p:spPr>
          <a:xfrm>
            <a:off x="8256946" y="3781592"/>
            <a:ext cx="707348" cy="246221"/>
          </a:xfrm>
          <a:prstGeom prst="rect">
            <a:avLst/>
          </a:prstGeom>
          <a:noFill/>
        </p:spPr>
        <p:txBody>
          <a:bodyPr wrap="square" rtlCol="0">
            <a:spAutoFit/>
          </a:bodyPr>
          <a:lstStyle/>
          <a:p>
            <a:pPr algn="ctr"/>
            <a:r>
              <a:rPr lang="en-IN" sz="1000" dirty="0"/>
              <a:t>SDI/UART</a:t>
            </a:r>
          </a:p>
        </p:txBody>
      </p:sp>
      <p:sp>
        <p:nvSpPr>
          <p:cNvPr id="1060" name="Rectangle 1059">
            <a:extLst>
              <a:ext uri="{FF2B5EF4-FFF2-40B4-BE49-F238E27FC236}">
                <a16:creationId xmlns:a16="http://schemas.microsoft.com/office/drawing/2014/main" id="{CE74FC50-E119-0C65-A32A-12915FEA7829}"/>
              </a:ext>
            </a:extLst>
          </p:cNvPr>
          <p:cNvSpPr/>
          <p:nvPr/>
        </p:nvSpPr>
        <p:spPr>
          <a:xfrm>
            <a:off x="892981" y="1212503"/>
            <a:ext cx="1294767" cy="1091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LEDs + BTN</a:t>
            </a:r>
          </a:p>
        </p:txBody>
      </p:sp>
      <p:cxnSp>
        <p:nvCxnSpPr>
          <p:cNvPr id="1063" name="Connector: Elbow 1062">
            <a:extLst>
              <a:ext uri="{FF2B5EF4-FFF2-40B4-BE49-F238E27FC236}">
                <a16:creationId xmlns:a16="http://schemas.microsoft.com/office/drawing/2014/main" id="{2711B968-70D1-BE67-20B6-D481E9252750}"/>
              </a:ext>
            </a:extLst>
          </p:cNvPr>
          <p:cNvCxnSpPr>
            <a:cxnSpLocks/>
            <a:stCxn id="1060" idx="3"/>
            <a:endCxn id="5" idx="1"/>
          </p:cNvCxnSpPr>
          <p:nvPr/>
        </p:nvCxnSpPr>
        <p:spPr>
          <a:xfrm>
            <a:off x="2187748" y="1758020"/>
            <a:ext cx="511870" cy="972000"/>
          </a:xfrm>
          <a:prstGeom prst="bentConnector3">
            <a:avLst>
              <a:gd name="adj1" fmla="val 45092"/>
            </a:avLst>
          </a:prstGeom>
          <a:ln>
            <a:tailEnd type="triangle"/>
          </a:ln>
        </p:spPr>
        <p:style>
          <a:lnRef idx="2">
            <a:schemeClr val="dk1"/>
          </a:lnRef>
          <a:fillRef idx="0">
            <a:schemeClr val="dk1"/>
          </a:fillRef>
          <a:effectRef idx="1">
            <a:schemeClr val="dk1"/>
          </a:effectRef>
          <a:fontRef idx="minor">
            <a:schemeClr val="tx1"/>
          </a:fontRef>
        </p:style>
      </p:cxnSp>
      <p:sp>
        <p:nvSpPr>
          <p:cNvPr id="6" name="Rectangle 5">
            <a:extLst>
              <a:ext uri="{FF2B5EF4-FFF2-40B4-BE49-F238E27FC236}">
                <a16:creationId xmlns:a16="http://schemas.microsoft.com/office/drawing/2014/main" id="{40B70F18-61F3-741B-98AF-0EDBCECA693C}"/>
              </a:ext>
            </a:extLst>
          </p:cNvPr>
          <p:cNvSpPr/>
          <p:nvPr/>
        </p:nvSpPr>
        <p:spPr>
          <a:xfrm>
            <a:off x="2699618" y="3873650"/>
            <a:ext cx="1288504" cy="10801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LP PMIC</a:t>
            </a:r>
          </a:p>
          <a:p>
            <a:pPr algn="ctr"/>
            <a:r>
              <a:rPr lang="en-IN" sz="1400" dirty="0"/>
              <a:t>(nPM2100)</a:t>
            </a:r>
          </a:p>
        </p:txBody>
      </p:sp>
      <p:sp>
        <p:nvSpPr>
          <p:cNvPr id="14" name="Rectangle 13">
            <a:extLst>
              <a:ext uri="{FF2B5EF4-FFF2-40B4-BE49-F238E27FC236}">
                <a16:creationId xmlns:a16="http://schemas.microsoft.com/office/drawing/2014/main" id="{090AC410-9847-BFB2-EB52-524F1478D243}"/>
              </a:ext>
            </a:extLst>
          </p:cNvPr>
          <p:cNvSpPr/>
          <p:nvPr/>
        </p:nvSpPr>
        <p:spPr>
          <a:xfrm>
            <a:off x="899244" y="3873649"/>
            <a:ext cx="1288504" cy="10801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3V Coin Cell</a:t>
            </a:r>
            <a:endParaRPr lang="en-IN" sz="1400" b="0" i="0" dirty="0">
              <a:solidFill>
                <a:srgbClr val="FFFFFF"/>
              </a:solidFill>
              <a:effectLst/>
            </a:endParaRPr>
          </a:p>
        </p:txBody>
      </p:sp>
      <p:sp>
        <p:nvSpPr>
          <p:cNvPr id="5" name="Rectangle 4">
            <a:extLst>
              <a:ext uri="{FF2B5EF4-FFF2-40B4-BE49-F238E27FC236}">
                <a16:creationId xmlns:a16="http://schemas.microsoft.com/office/drawing/2014/main" id="{DE577C64-CCD2-B5F3-4C9C-045819313AE2}"/>
              </a:ext>
            </a:extLst>
          </p:cNvPr>
          <p:cNvSpPr/>
          <p:nvPr/>
        </p:nvSpPr>
        <p:spPr>
          <a:xfrm>
            <a:off x="2699618" y="2541502"/>
            <a:ext cx="1288504" cy="10801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LP MCU</a:t>
            </a:r>
          </a:p>
          <a:p>
            <a:pPr algn="ctr"/>
            <a:r>
              <a:rPr lang="en-IN" sz="1400" dirty="0"/>
              <a:t>(</a:t>
            </a:r>
            <a:r>
              <a:rPr lang="en-IN" sz="1400" b="0" i="0" dirty="0">
                <a:solidFill>
                  <a:srgbClr val="FFFFFF"/>
                </a:solidFill>
                <a:effectLst/>
              </a:rPr>
              <a:t>nRF52840)</a:t>
            </a:r>
          </a:p>
        </p:txBody>
      </p:sp>
      <p:sp>
        <p:nvSpPr>
          <p:cNvPr id="1077" name="TextBox 1076">
            <a:extLst>
              <a:ext uri="{FF2B5EF4-FFF2-40B4-BE49-F238E27FC236}">
                <a16:creationId xmlns:a16="http://schemas.microsoft.com/office/drawing/2014/main" id="{32D41D5D-7B09-0748-17E9-9B55D631143F}"/>
              </a:ext>
            </a:extLst>
          </p:cNvPr>
          <p:cNvSpPr txBox="1"/>
          <p:nvPr/>
        </p:nvSpPr>
        <p:spPr>
          <a:xfrm>
            <a:off x="8274013" y="3540673"/>
            <a:ext cx="673215" cy="246221"/>
          </a:xfrm>
          <a:prstGeom prst="rect">
            <a:avLst/>
          </a:prstGeom>
          <a:noFill/>
        </p:spPr>
        <p:txBody>
          <a:bodyPr wrap="square" rtlCol="0">
            <a:spAutoFit/>
          </a:bodyPr>
          <a:lstStyle/>
          <a:p>
            <a:pPr algn="ctr"/>
            <a:r>
              <a:rPr lang="en-IN" sz="1000" dirty="0"/>
              <a:t>LED CTRL</a:t>
            </a:r>
          </a:p>
        </p:txBody>
      </p:sp>
      <p:cxnSp>
        <p:nvCxnSpPr>
          <p:cNvPr id="1078" name="Straight Arrow Connector 1077">
            <a:extLst>
              <a:ext uri="{FF2B5EF4-FFF2-40B4-BE49-F238E27FC236}">
                <a16:creationId xmlns:a16="http://schemas.microsoft.com/office/drawing/2014/main" id="{9D0C8426-C1BF-C989-A502-E3808EE24D57}"/>
              </a:ext>
            </a:extLst>
          </p:cNvPr>
          <p:cNvCxnSpPr/>
          <p:nvPr/>
        </p:nvCxnSpPr>
        <p:spPr>
          <a:xfrm>
            <a:off x="8375659" y="3762772"/>
            <a:ext cx="504056"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4" name="Rectangle 3">
            <a:extLst>
              <a:ext uri="{FF2B5EF4-FFF2-40B4-BE49-F238E27FC236}">
                <a16:creationId xmlns:a16="http://schemas.microsoft.com/office/drawing/2014/main" id="{510F02AF-F152-61D3-E667-C1E932587023}"/>
              </a:ext>
            </a:extLst>
          </p:cNvPr>
          <p:cNvSpPr/>
          <p:nvPr/>
        </p:nvSpPr>
        <p:spPr>
          <a:xfrm>
            <a:off x="4499992" y="2541502"/>
            <a:ext cx="1288504" cy="10801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Configurable Logic Block</a:t>
            </a:r>
          </a:p>
          <a:p>
            <a:pPr algn="ctr"/>
            <a:r>
              <a:rPr lang="en-IN" sz="1400" dirty="0"/>
              <a:t>(PIC18F26Q35)</a:t>
            </a:r>
          </a:p>
        </p:txBody>
      </p:sp>
      <p:cxnSp>
        <p:nvCxnSpPr>
          <p:cNvPr id="1084" name="Straight Arrow Connector 1083">
            <a:extLst>
              <a:ext uri="{FF2B5EF4-FFF2-40B4-BE49-F238E27FC236}">
                <a16:creationId xmlns:a16="http://schemas.microsoft.com/office/drawing/2014/main" id="{BC9D3C8C-7A9B-7E3E-869D-EE6AE2A41A03}"/>
              </a:ext>
            </a:extLst>
          </p:cNvPr>
          <p:cNvCxnSpPr>
            <a:stCxn id="8" idx="2"/>
            <a:endCxn id="4" idx="0"/>
          </p:cNvCxnSpPr>
          <p:nvPr/>
        </p:nvCxnSpPr>
        <p:spPr>
          <a:xfrm>
            <a:off x="5144244" y="2289474"/>
            <a:ext cx="0" cy="252028"/>
          </a:xfrm>
          <a:prstGeom prst="straightConnector1">
            <a:avLst/>
          </a:prstGeom>
          <a:ln>
            <a:headEnd type="triangle" w="med" len="med"/>
            <a:tailEnd type="triangle" w="med" len="med"/>
          </a:ln>
        </p:spPr>
        <p:style>
          <a:lnRef idx="2">
            <a:schemeClr val="accent4"/>
          </a:lnRef>
          <a:fillRef idx="0">
            <a:schemeClr val="accent4"/>
          </a:fillRef>
          <a:effectRef idx="1">
            <a:schemeClr val="accent4"/>
          </a:effectRef>
          <a:fontRef idx="minor">
            <a:schemeClr val="tx1"/>
          </a:fontRef>
        </p:style>
      </p:cxnSp>
      <p:cxnSp>
        <p:nvCxnSpPr>
          <p:cNvPr id="1086" name="Straight Arrow Connector 1085">
            <a:extLst>
              <a:ext uri="{FF2B5EF4-FFF2-40B4-BE49-F238E27FC236}">
                <a16:creationId xmlns:a16="http://schemas.microsoft.com/office/drawing/2014/main" id="{1CE9BB22-4297-E142-B3C0-BA16D2D322AA}"/>
              </a:ext>
            </a:extLst>
          </p:cNvPr>
          <p:cNvCxnSpPr>
            <a:stCxn id="4" idx="2"/>
            <a:endCxn id="7" idx="0"/>
          </p:cNvCxnSpPr>
          <p:nvPr/>
        </p:nvCxnSpPr>
        <p:spPr>
          <a:xfrm>
            <a:off x="5144244" y="3621622"/>
            <a:ext cx="0" cy="252028"/>
          </a:xfrm>
          <a:prstGeom prst="straightConnector1">
            <a:avLst/>
          </a:prstGeom>
          <a:ln>
            <a:headEnd type="triangle" w="med" len="med"/>
            <a:tailEnd type="triangle" w="med" len="med"/>
          </a:ln>
        </p:spPr>
        <p:style>
          <a:lnRef idx="2">
            <a:schemeClr val="accent4"/>
          </a:lnRef>
          <a:fillRef idx="0">
            <a:schemeClr val="accent4"/>
          </a:fillRef>
          <a:effectRef idx="1">
            <a:schemeClr val="accent4"/>
          </a:effectRef>
          <a:fontRef idx="minor">
            <a:schemeClr val="tx1"/>
          </a:fontRef>
        </p:style>
      </p:cxnSp>
      <p:cxnSp>
        <p:nvCxnSpPr>
          <p:cNvPr id="22528" name="Straight Arrow Connector 22527">
            <a:extLst>
              <a:ext uri="{FF2B5EF4-FFF2-40B4-BE49-F238E27FC236}">
                <a16:creationId xmlns:a16="http://schemas.microsoft.com/office/drawing/2014/main" id="{067ED06F-2C10-9E64-16EF-1903AE3370F5}"/>
              </a:ext>
            </a:extLst>
          </p:cNvPr>
          <p:cNvCxnSpPr>
            <a:stCxn id="1042" idx="3"/>
            <a:endCxn id="5" idx="1"/>
          </p:cNvCxnSpPr>
          <p:nvPr/>
        </p:nvCxnSpPr>
        <p:spPr>
          <a:xfrm flipV="1">
            <a:off x="2181781" y="3081562"/>
            <a:ext cx="517837" cy="5099"/>
          </a:xfrm>
          <a:prstGeom prst="straightConnector1">
            <a:avLst/>
          </a:prstGeom>
          <a:ln>
            <a:solidFill>
              <a:schemeClr val="bg1">
                <a:lumMod val="50000"/>
              </a:schemeClr>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22529" name="TextBox 22528">
            <a:extLst>
              <a:ext uri="{FF2B5EF4-FFF2-40B4-BE49-F238E27FC236}">
                <a16:creationId xmlns:a16="http://schemas.microsoft.com/office/drawing/2014/main" id="{19DADA5E-B333-A98E-74DA-B1B7B1C25AD0}"/>
              </a:ext>
            </a:extLst>
          </p:cNvPr>
          <p:cNvSpPr txBox="1"/>
          <p:nvPr/>
        </p:nvSpPr>
        <p:spPr>
          <a:xfrm>
            <a:off x="8275177" y="3316524"/>
            <a:ext cx="673215" cy="246221"/>
          </a:xfrm>
          <a:prstGeom prst="rect">
            <a:avLst/>
          </a:prstGeom>
          <a:noFill/>
        </p:spPr>
        <p:txBody>
          <a:bodyPr wrap="square" rtlCol="0">
            <a:spAutoFit/>
          </a:bodyPr>
          <a:lstStyle/>
          <a:p>
            <a:pPr algn="ctr"/>
            <a:r>
              <a:rPr lang="en-IN" sz="1000" dirty="0"/>
              <a:t>USB</a:t>
            </a:r>
          </a:p>
        </p:txBody>
      </p:sp>
      <p:cxnSp>
        <p:nvCxnSpPr>
          <p:cNvPr id="22531" name="Straight Arrow Connector 22530">
            <a:extLst>
              <a:ext uri="{FF2B5EF4-FFF2-40B4-BE49-F238E27FC236}">
                <a16:creationId xmlns:a16="http://schemas.microsoft.com/office/drawing/2014/main" id="{40D6DE25-9502-1254-006D-E3330D0BB4A4}"/>
              </a:ext>
            </a:extLst>
          </p:cNvPr>
          <p:cNvCxnSpPr/>
          <p:nvPr/>
        </p:nvCxnSpPr>
        <p:spPr>
          <a:xfrm>
            <a:off x="8376823" y="3538623"/>
            <a:ext cx="504056" cy="0"/>
          </a:xfrm>
          <a:prstGeom prst="straightConnector1">
            <a:avLst/>
          </a:prstGeom>
          <a:ln>
            <a:solidFill>
              <a:schemeClr val="bg1">
                <a:lumMod val="50000"/>
              </a:schemeClr>
            </a:solidFill>
            <a:tailEnd type="triangle"/>
          </a:ln>
        </p:spPr>
        <p:style>
          <a:lnRef idx="2">
            <a:schemeClr val="accent6"/>
          </a:lnRef>
          <a:fillRef idx="0">
            <a:schemeClr val="accent6"/>
          </a:fillRef>
          <a:effectRef idx="1">
            <a:schemeClr val="accent6"/>
          </a:effectRef>
          <a:fontRef idx="minor">
            <a:schemeClr val="tx1"/>
          </a:fontRef>
        </p:style>
      </p:cxnSp>
      <p:sp>
        <p:nvSpPr>
          <p:cNvPr id="10" name="Rectangle 9">
            <a:extLst>
              <a:ext uri="{FF2B5EF4-FFF2-40B4-BE49-F238E27FC236}">
                <a16:creationId xmlns:a16="http://schemas.microsoft.com/office/drawing/2014/main" id="{AD3D6707-82A7-FFF6-AFB1-A063182C4546}"/>
              </a:ext>
            </a:extLst>
          </p:cNvPr>
          <p:cNvSpPr/>
          <p:nvPr/>
        </p:nvSpPr>
        <p:spPr>
          <a:xfrm>
            <a:off x="6300366" y="1217564"/>
            <a:ext cx="1749871" cy="37362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Discrete LED matrix</a:t>
            </a: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2800" dirty="0">
                <a:solidFill>
                  <a:schemeClr val="tx1"/>
                </a:solidFill>
              </a:rPr>
              <a:t>V0.1 working</a:t>
            </a:r>
          </a:p>
        </p:txBody>
      </p:sp>
      <p:sp>
        <p:nvSpPr>
          <p:cNvPr id="3" name="Date Placeholder 2"/>
          <p:cNvSpPr>
            <a:spLocks noGrp="1"/>
          </p:cNvSpPr>
          <p:nvPr>
            <p:ph type="dt" sz="half" idx="10"/>
          </p:nvPr>
        </p:nvSpPr>
        <p:spPr/>
        <p:txBody>
          <a:bodyPr/>
          <a:lstStyle/>
          <a:p>
            <a:fld id="{8D12EC46-F5D3-4572-AED1-9CCC8CB80B60}" type="datetime1">
              <a:rPr lang="en-US" smtClean="0"/>
              <a:pPr/>
              <a:t>6/22/2026</a:t>
            </a:fld>
            <a:endParaRPr lang="en-US" dirty="0"/>
          </a:p>
        </p:txBody>
      </p:sp>
      <p:sp>
        <p:nvSpPr>
          <p:cNvPr id="1026" name="AutoShape 2" descr="Crompton MINI MASTER I Residential Water Pump Self Priming Regenerative 1  HP Single Phase : Amazon.in: Garden &amp; Outdoor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028" name="AutoShape 4" descr="Crompton MINI MASTER I Residential Water Pump Self Priming Regenerative 1  HP Single Phase : Amazon.in: Garden &amp; Outdoor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030" name="AutoShape 6" descr="Buy-Kirloskar Single Phase 1 HP 25x25mm Monoblock Pump-Popular  (1HP)-Industrykart.co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22530" name="AutoShape 2" descr="ZB129 TERMINAL BLOCK PCB PBT 2 PIN STRAIGHT 5mm PITCH 15A – Emerging  Technologi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1" name="Footer Placeholder 10"/>
          <p:cNvSpPr>
            <a:spLocks noGrp="1"/>
          </p:cNvSpPr>
          <p:nvPr>
            <p:ph type="ftr" sz="quarter" idx="11"/>
          </p:nvPr>
        </p:nvSpPr>
        <p:spPr/>
        <p:txBody>
          <a:bodyPr/>
          <a:lstStyle/>
          <a:p>
            <a:r>
              <a:rPr lang="en-US" dirty="0"/>
              <a:t>ISPACE</a:t>
            </a:r>
          </a:p>
        </p:txBody>
      </p:sp>
      <p:sp>
        <p:nvSpPr>
          <p:cNvPr id="12" name="Slide Number Placeholder 11"/>
          <p:cNvSpPr>
            <a:spLocks noGrp="1"/>
          </p:cNvSpPr>
          <p:nvPr>
            <p:ph type="sldNum" sz="quarter" idx="12"/>
          </p:nvPr>
        </p:nvSpPr>
        <p:spPr/>
        <p:txBody>
          <a:bodyPr/>
          <a:lstStyle/>
          <a:p>
            <a:fld id="{B6F15528-21DE-4FAA-801E-634DDDAF4B2B}" type="slidenum">
              <a:rPr lang="en-US" smtClean="0"/>
              <a:pPr/>
              <a:t>7</a:t>
            </a:fld>
            <a:endParaRPr lang="en-US"/>
          </a:p>
        </p:txBody>
      </p:sp>
      <p:sp>
        <p:nvSpPr>
          <p:cNvPr id="3074" name="AutoShape 2" descr="File:Resistor symbol America.svg - Wikimedia Common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51" name="TextBox 50"/>
          <p:cNvSpPr txBox="1"/>
          <p:nvPr/>
        </p:nvSpPr>
        <p:spPr>
          <a:xfrm>
            <a:off x="71406" y="5111609"/>
            <a:ext cx="3000396" cy="246221"/>
          </a:xfrm>
          <a:prstGeom prst="rect">
            <a:avLst/>
          </a:prstGeom>
          <a:noFill/>
        </p:spPr>
        <p:txBody>
          <a:bodyPr wrap="square" rtlCol="0">
            <a:spAutoFit/>
          </a:bodyPr>
          <a:lstStyle/>
          <a:p>
            <a:r>
              <a:rPr lang="en-IN" sz="1000" dirty="0">
                <a:solidFill>
                  <a:srgbClr val="FF0000"/>
                </a:solidFill>
              </a:rPr>
              <a:t>*Implementation may vary during final release</a:t>
            </a:r>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slow">
    <p:fade/>
  </p:transition>
</p:sld>
</file>

<file path=ppt/theme/theme1.xml><?xml version="1.0" encoding="utf-8"?>
<a:theme xmlns:a="http://schemas.openxmlformats.org/drawingml/2006/main" name="ISPACE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ISPACE_Template</Template>
  <TotalTime>193080</TotalTime>
  <Words>400</Words>
  <Application>Microsoft Office PowerPoint</Application>
  <PresentationFormat>On-screen Show (16:10)</PresentationFormat>
  <Paragraphs>100</Paragraphs>
  <Slides>8</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ISPACE_template</vt:lpstr>
      <vt:lpstr>Project LED Playground</vt:lpstr>
      <vt:lpstr>Version History</vt:lpstr>
      <vt:lpstr>Introduction</vt:lpstr>
      <vt:lpstr>PowerPoint Presentation</vt:lpstr>
      <vt:lpstr>V0.1 Implementation</vt:lpstr>
      <vt:lpstr>High Level Block Diagram V0.1</vt:lpstr>
      <vt:lpstr>V0.1 working</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ANAND M</dc:creator>
  <cp:lastModifiedBy>Anand M</cp:lastModifiedBy>
  <cp:revision>483</cp:revision>
  <dcterms:created xsi:type="dcterms:W3CDTF">2023-01-28T14:29:54Z</dcterms:created>
  <dcterms:modified xsi:type="dcterms:W3CDTF">2026-06-22T16:54:12Z</dcterms:modified>
</cp:coreProperties>
</file>